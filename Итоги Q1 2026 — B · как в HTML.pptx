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31"/>
    <p:sldId id="257" r:id="rId32"/>
    <p:sldId id="258" r:id="rId33"/>
    <p:sldId id="259" r:id="rId34"/>
    <p:sldId id="260" r:id="rId35"/>
    <p:sldId id="261" r:id="rId36"/>
    <p:sldId id="262" r:id="rId37"/>
    <p:sldId id="263" r:id="rId38"/>
    <p:sldId id="264" r:id="rId39"/>
    <p:sldId id="265" r:id="rId40"/>
    <p:sldId id="266" r:id="rId41"/>
    <p:sldId id="267" r:id="rId42"/>
    <p:sldId id="268" r:id="rId43"/>
    <p:sldId id="269" r:id="rId44"/>
    <p:sldId id="270" r:id="rId45"/>
    <p:sldId id="271" r:id="rId46"/>
    <p:sldId id="272" r:id="rId47"/>
    <p:sldId id="273" r:id="rId48"/>
    <p:sldId id="274" r:id="rId49"/>
    <p:sldId id="275" r:id="rId50"/>
    <p:sldId id="276" r:id="rId51"/>
    <p:sldId id="277" r:id="rId52"/>
    <p:sldId id="278" r:id="rId53"/>
    <p:sldId id="279" r:id="rId54"/>
    <p:sldId id="280" r:id="rId55"/>
    <p:sldId id="281" r:id="rId56"/>
  </p:sldIdLst>
  <p:sldSz cy="6858000" cx="12192000"/>
  <p:notesSz cx="6858000" cy="9144000"/>
  <p:embeddedFontLst>
    <p:embeddedFont>
      <p:font typeface="Montserrat SemiBold"/>
      <p:regular r:id="rId83"/>
      <p:bold r:id="rId84"/>
      <p:italic r:id="rId85"/>
      <p:boldItalic r:id="rId86"/>
    </p:embeddedFont>
    <p:embeddedFont>
      <p:font typeface="Montserrat"/>
      <p:regular r:id="rId87"/>
      <p:bold r:id="rId88"/>
      <p:italic r:id="rId89"/>
      <p:boldItalic r:id="rId90"/>
    </p:embeddedFont>
    <p:embeddedFont>
      <p:font typeface="Geologica Medium"/>
      <p:regular r:id="rId91"/>
      <p:bold r:id="rId92"/>
    </p:embeddedFont>
    <p:embeddedFont>
      <p:font typeface="Montserrat Medium"/>
      <p:regular r:id="rId93"/>
      <p:bold r:id="rId94"/>
      <p:italic r:id="rId95"/>
      <p:boldItalic r:id="rId96"/>
    </p:embeddedFont>
    <p:embeddedFont>
      <p:font typeface="Tahoma"/>
      <p:regular r:id="rId97"/>
      <p:bold r:id="rId98"/>
    </p:embeddedFont>
    <p:embeddedFont>
      <p:font typeface="Montserrat Light"/>
      <p:regular r:id="rId99"/>
      <p:bold r:id="rId100"/>
      <p:italic r:id="rId101"/>
      <p:boldItalic r:id="rId102"/>
    </p:embeddedFont>
    <p:embeddedFont>
      <p:font typeface="Geologica"/>
      <p:regular r:id="rId103"/>
      <p:bold r:id="rId104"/>
    </p:embeddedFont>
    <p:embeddedFont>
      <p:font typeface="Geologica Light"/>
      <p:regular r:id="rId105"/>
      <p:bold r:id="rId10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7" roundtripDataSignature="AMtx7mhkkw7CC3X4SKtyrjuMN+4L4akG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EF214A-4E6C-48F4-8E61-0A8840CC063F}">
  <a:tblStyle styleId="{14EF214A-4E6C-48F4-8E61-0A8840CC063F}" styleName="Table_0">
    <a:wholeTbl>
      <a:tcTxStyle b="off" i="off">
        <a:font>
          <a:latin typeface="Lab Grotesque K"/>
          <a:ea typeface="Lab Grotesque K"/>
          <a:cs typeface="Lab Grotesque K"/>
        </a:font>
        <a:srgbClr val="FEFFFE"/>
      </a:tcTxStyle>
      <a:tcStyle>
        <a:tcBdr>
          <a:left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 b="off" i="off"/>
    </a:band2H>
    <a:band1V>
      <a:tcTxStyle b="off" i="off"/>
      <a:tcStyle>
        <a:tcBdr>
          <a:left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 b="off" i="off"/>
      <a:tcStyle>
        <a:tcBdr>
          <a:left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rgbClr val="64D843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 b="off" i="off"/>
    </a:seCell>
    <a:swCell>
      <a:tcTxStyle b="off" i="off"/>
    </a:swCell>
    <a:firstRow>
      <a:tcTxStyle b="on" i="off">
        <a:font>
          <a:latin typeface="Lab Grotesque K"/>
          <a:ea typeface="Lab Grotesque K"/>
          <a:cs typeface="Lab Grotesque K"/>
        </a:font>
        <a:srgbClr val="000000"/>
      </a:tcTxStyle>
      <a:tcStyle>
        <a:fill>
          <a:solidFill>
            <a:srgbClr val="64D843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1" Type="http://schemas.openxmlformats.org/officeDocument/2006/relationships/slide" Target="slides/slide1.xml"/><Relationship Id="rId32" Type="http://schemas.openxmlformats.org/officeDocument/2006/relationships/slide" Target="slides/slide2.xml"/><Relationship Id="rId33" Type="http://schemas.openxmlformats.org/officeDocument/2006/relationships/slide" Target="slides/slide3.xml"/><Relationship Id="rId34" Type="http://schemas.openxmlformats.org/officeDocument/2006/relationships/slide" Target="slides/slide4.xml"/><Relationship Id="rId35" Type="http://schemas.openxmlformats.org/officeDocument/2006/relationships/slide" Target="slides/slide5.xml"/><Relationship Id="rId36" Type="http://schemas.openxmlformats.org/officeDocument/2006/relationships/slide" Target="slides/slide6.xml"/><Relationship Id="rId37" Type="http://schemas.openxmlformats.org/officeDocument/2006/relationships/slide" Target="slides/slide7.xml"/><Relationship Id="rId38" Type="http://schemas.openxmlformats.org/officeDocument/2006/relationships/slide" Target="slides/slide8.xml"/><Relationship Id="rId39" Type="http://schemas.openxmlformats.org/officeDocument/2006/relationships/slide" Target="slides/slide9.xml"/><Relationship Id="rId40" Type="http://schemas.openxmlformats.org/officeDocument/2006/relationships/slide" Target="slides/slide10.xml"/><Relationship Id="rId41" Type="http://schemas.openxmlformats.org/officeDocument/2006/relationships/slide" Target="slides/slide11.xml"/><Relationship Id="rId42" Type="http://schemas.openxmlformats.org/officeDocument/2006/relationships/slide" Target="slides/slide12.xml"/><Relationship Id="rId43" Type="http://schemas.openxmlformats.org/officeDocument/2006/relationships/slide" Target="slides/slide13.xml"/><Relationship Id="rId44" Type="http://schemas.openxmlformats.org/officeDocument/2006/relationships/slide" Target="slides/slide14.xml"/><Relationship Id="rId45" Type="http://schemas.openxmlformats.org/officeDocument/2006/relationships/slide" Target="slides/slide15.xml"/><Relationship Id="rId46" Type="http://schemas.openxmlformats.org/officeDocument/2006/relationships/slide" Target="slides/slide16.xml"/><Relationship Id="rId47" Type="http://schemas.openxmlformats.org/officeDocument/2006/relationships/slide" Target="slides/slide17.xml"/><Relationship Id="rId48" Type="http://schemas.openxmlformats.org/officeDocument/2006/relationships/slide" Target="slides/slide18.xml"/><Relationship Id="rId49" Type="http://schemas.openxmlformats.org/officeDocument/2006/relationships/slide" Target="slides/slide19.xml"/><Relationship Id="rId50" Type="http://schemas.openxmlformats.org/officeDocument/2006/relationships/slide" Target="slides/slide20.xml"/><Relationship Id="rId51" Type="http://schemas.openxmlformats.org/officeDocument/2006/relationships/slide" Target="slides/slide21.xml"/><Relationship Id="rId52" Type="http://schemas.openxmlformats.org/officeDocument/2006/relationships/slide" Target="slides/slide22.xml"/><Relationship Id="rId53" Type="http://schemas.openxmlformats.org/officeDocument/2006/relationships/slide" Target="slides/slide23.xml"/><Relationship Id="rId54" Type="http://schemas.openxmlformats.org/officeDocument/2006/relationships/slide" Target="slides/slide24.xml"/><Relationship Id="rId55" Type="http://schemas.openxmlformats.org/officeDocument/2006/relationships/slide" Target="slides/slide25.xml"/><Relationship Id="rId56" Type="http://schemas.openxmlformats.org/officeDocument/2006/relationships/slide" Target="slides/slide26.xml"/><Relationship Id="rId83" Type="http://schemas.openxmlformats.org/officeDocument/2006/relationships/font" Target="fonts/MontserratSemiBold-regular.fntdata"/><Relationship Id="rId84" Type="http://schemas.openxmlformats.org/officeDocument/2006/relationships/font" Target="fonts/MontserratSemiBold-bold.fntdata"/><Relationship Id="rId85" Type="http://schemas.openxmlformats.org/officeDocument/2006/relationships/font" Target="fonts/MontserratSemiBold-italic.fntdata"/><Relationship Id="rId86" Type="http://schemas.openxmlformats.org/officeDocument/2006/relationships/font" Target="fonts/MontserratSemiBold-boldItalic.fntdata"/><Relationship Id="rId87" Type="http://schemas.openxmlformats.org/officeDocument/2006/relationships/font" Target="fonts/Montserrat-regular.fntdata"/><Relationship Id="rId88" Type="http://schemas.openxmlformats.org/officeDocument/2006/relationships/font" Target="fonts/Montserrat-bold.fntdata"/><Relationship Id="rId89" Type="http://schemas.openxmlformats.org/officeDocument/2006/relationships/font" Target="fonts/Montserrat-italic.fntdata"/><Relationship Id="rId90" Type="http://schemas.openxmlformats.org/officeDocument/2006/relationships/font" Target="fonts/Montserrat-boldItalic.fntdata"/><Relationship Id="rId91" Type="http://schemas.openxmlformats.org/officeDocument/2006/relationships/font" Target="fonts/GeologicaMedium-regular.fntdata"/><Relationship Id="rId92" Type="http://schemas.openxmlformats.org/officeDocument/2006/relationships/font" Target="fonts/GeologicaMedium-bold.fntdata"/><Relationship Id="rId93" Type="http://schemas.openxmlformats.org/officeDocument/2006/relationships/font" Target="fonts/MontserratMedium-regular.fntdata"/><Relationship Id="rId94" Type="http://schemas.openxmlformats.org/officeDocument/2006/relationships/font" Target="fonts/MontserratMedium-bold.fntdata"/><Relationship Id="rId95" Type="http://schemas.openxmlformats.org/officeDocument/2006/relationships/font" Target="fonts/MontserratMedium-italic.fntdata"/><Relationship Id="rId96" Type="http://schemas.openxmlformats.org/officeDocument/2006/relationships/font" Target="fonts/MontserratMedium-boldItalic.fntdata"/><Relationship Id="rId97" Type="http://schemas.openxmlformats.org/officeDocument/2006/relationships/font" Target="fonts/Tahoma-regular.fntdata"/><Relationship Id="rId98" Type="http://schemas.openxmlformats.org/officeDocument/2006/relationships/font" Target="fonts/Tahoma-bold.fntdata"/><Relationship Id="rId99" Type="http://schemas.openxmlformats.org/officeDocument/2006/relationships/font" Target="fonts/MontserratLight-regular.fntdata"/><Relationship Id="rId100" Type="http://schemas.openxmlformats.org/officeDocument/2006/relationships/font" Target="fonts/MontserratLight-bold.fntdata"/><Relationship Id="rId101" Type="http://schemas.openxmlformats.org/officeDocument/2006/relationships/font" Target="fonts/MontserratLight-italic.fntdata"/><Relationship Id="rId102" Type="http://schemas.openxmlformats.org/officeDocument/2006/relationships/font" Target="fonts/MontserratLight-boldItalic.fntdata"/><Relationship Id="rId103" Type="http://schemas.openxmlformats.org/officeDocument/2006/relationships/font" Target="fonts/Geologica-regular.fntdata"/><Relationship Id="rId104" Type="http://schemas.openxmlformats.org/officeDocument/2006/relationships/font" Target="fonts/Geologica-bold.fntdata"/><Relationship Id="rId105" Type="http://schemas.openxmlformats.org/officeDocument/2006/relationships/font" Target="fonts/GeologicaLight-regular.fntdata"/><Relationship Id="rId106" Type="http://schemas.openxmlformats.org/officeDocument/2006/relationships/font" Target="fonts/GeologicaLight-bold.fntdata"/><Relationship Id="rId107" Type="http://customschemas.google.com/relationships/presentationmetadata" Target="meta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ln w="31750">
              <a:solidFill>
                <a:srgbClr val="C2C8D0"/>
              </a:solidFill>
            </a:ln>
          </c:spPr>
          <c:marker>
            <c:symbol val="circle"/>
            <c:size val="7"/>
            <c:spPr>
              <a:solidFill>
                <a:srgbClr val="C2C8D0"/>
              </a:solidFill>
              <a:ln>
                <a:solidFill>
                  <a:srgbClr val="C2C8D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9.78</c:v>
                </c:pt>
                <c:pt idx="1">
                  <c:v>9.46</c:v>
                </c:pt>
                <c:pt idx="2">
                  <c:v>10.98</c:v>
                </c:pt>
                <c:pt idx="3">
                  <c:v>10.45</c:v>
                </c:pt>
                <c:pt idx="4">
                  <c:v>8.36</c:v>
                </c:pt>
                <c:pt idx="5">
                  <c:v>10.32</c:v>
                </c:pt>
                <c:pt idx="6">
                  <c:v>10.13</c:v>
                </c:pt>
                <c:pt idx="7">
                  <c:v>9.01</c:v>
                </c:pt>
                <c:pt idx="8">
                  <c:v>8.79</c:v>
                </c:pt>
                <c:pt idx="9">
                  <c:v>9.95</c:v>
                </c:pt>
                <c:pt idx="10">
                  <c:v>9.71</c:v>
                </c:pt>
                <c:pt idx="11">
                  <c:v>12.1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ln w="41275">
              <a:solidFill>
                <a:srgbClr val="2291FF"/>
              </a:solidFill>
            </a:ln>
          </c:spPr>
          <c:marker>
            <c:symbol val="circle"/>
            <c:size val="7"/>
            <c:spPr>
              <a:solidFill>
                <a:srgbClr val="2291FF"/>
              </a:solidFill>
              <a:ln>
                <a:solidFill>
                  <a:srgbClr val="2291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8.24</c:v>
                </c:pt>
                <c:pt idx="1">
                  <c:v>9.2</c:v>
                </c:pt>
                <c:pt idx="2">
                  <c:v>10.26</c:v>
                </c:pt>
                <c:pt idx="3">
                  <c:v>8.99</c:v>
                </c:pt>
                <c:pt idx="4">
                  <c:v>7.78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Прогноз</c:v>
                </c:pt>
              </c:strCache>
            </c:strRef>
          </c:tx>
          <c:spPr>
            <a:ln w="41275">
              <a:solidFill>
                <a:srgbClr val="153177"/>
              </a:solidFill>
              <a:prstDash val="lgDash"/>
            </a:ln>
          </c:spPr>
          <c:marker>
            <c:symbol val="circle"/>
            <c:size val="7"/>
            <c:spPr>
              <a:solidFill>
                <a:srgbClr val="153177"/>
              </a:solidFill>
              <a:ln>
                <a:solidFill>
                  <a:srgbClr val="153177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4">
                  <c:v>7.78</c:v>
                </c:pt>
                <c:pt idx="5">
                  <c:v>9.41</c:v>
                </c:pt>
                <c:pt idx="6">
                  <c:v>9.24</c:v>
                </c:pt>
                <c:pt idx="7">
                  <c:v>8.22</c:v>
                </c:pt>
                <c:pt idx="8">
                  <c:v>8.02</c:v>
                </c:pt>
                <c:pt idx="9">
                  <c:v>9.08</c:v>
                </c:pt>
                <c:pt idx="10">
                  <c:v>8.86</c:v>
                </c:pt>
                <c:pt idx="11">
                  <c:v>11.04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573"/>
                </a:solidFill>
                <a:latin typeface="Montserra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F1F1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573"/>
                </a:solidFill>
                <a:latin typeface="Montserrat"/>
              </a:defRPr>
            </a:pPr>
          </a:p>
        </c:txPr>
        <c:crossAx val="2118791784"/>
        <c:crosses val="autoZero"/>
      </c:valAx>
    </c:plotArea>
    <c:legend>
      <c:legendPos/>
      <c:layout/>
      <c:overlay val="0"/>
      <c:txPr>
        <a:bodyPr/>
        <a:lstStyle/>
        <a:p>
          <a:pPr>
            <a:defRPr sz="1000">
              <a:solidFill>
                <a:srgbClr val="5A6573"/>
              </a:solidFill>
              <a:latin typeface="Montserrat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ln w="31750">
              <a:solidFill>
                <a:srgbClr val="C2C8D0"/>
              </a:solidFill>
            </a:ln>
          </c:spPr>
          <c:marker>
            <c:symbol val="circle"/>
            <c:size val="7"/>
            <c:spPr>
              <a:solidFill>
                <a:srgbClr val="C2C8D0"/>
              </a:solidFill>
              <a:ln>
                <a:solidFill>
                  <a:srgbClr val="C2C8D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2.81</c:v>
                </c:pt>
                <c:pt idx="1">
                  <c:v>3.11</c:v>
                </c:pt>
                <c:pt idx="2">
                  <c:v>3.18</c:v>
                </c:pt>
                <c:pt idx="3">
                  <c:v>3.24</c:v>
                </c:pt>
                <c:pt idx="4">
                  <c:v>2.97</c:v>
                </c:pt>
                <c:pt idx="5">
                  <c:v>3.04</c:v>
                </c:pt>
                <c:pt idx="6">
                  <c:v>3.03</c:v>
                </c:pt>
                <c:pt idx="7">
                  <c:v>2.99</c:v>
                </c:pt>
                <c:pt idx="8">
                  <c:v>2.9</c:v>
                </c:pt>
                <c:pt idx="9">
                  <c:v>3.28</c:v>
                </c:pt>
                <c:pt idx="10">
                  <c:v>3.2</c:v>
                </c:pt>
                <c:pt idx="11">
                  <c:v>3.79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ln w="41275">
              <a:solidFill>
                <a:srgbClr val="2291FF"/>
              </a:solidFill>
            </a:ln>
          </c:spPr>
          <c:marker>
            <c:symbol val="circle"/>
            <c:size val="7"/>
            <c:spPr>
              <a:solidFill>
                <a:srgbClr val="2291FF"/>
              </a:solidFill>
              <a:ln>
                <a:solidFill>
                  <a:srgbClr val="2291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4.05</c:v>
                </c:pt>
                <c:pt idx="1">
                  <c:v>4.12</c:v>
                </c:pt>
                <c:pt idx="2">
                  <c:v>4.18</c:v>
                </c:pt>
                <c:pt idx="3">
                  <c:v>3.71</c:v>
                </c:pt>
                <c:pt idx="4">
                  <c:v>2.84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Прогноз</c:v>
                </c:pt>
              </c:strCache>
            </c:strRef>
          </c:tx>
          <c:spPr>
            <a:ln w="41275">
              <a:solidFill>
                <a:srgbClr val="153177"/>
              </a:solidFill>
              <a:prstDash val="lgDash"/>
            </a:ln>
          </c:spPr>
          <c:marker>
            <c:symbol val="circle"/>
            <c:size val="7"/>
            <c:spPr>
              <a:solidFill>
                <a:srgbClr val="153177"/>
              </a:solidFill>
              <a:ln>
                <a:solidFill>
                  <a:srgbClr val="153177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4">
                  <c:v>2.84</c:v>
                </c:pt>
                <c:pt idx="5">
                  <c:v>3.6</c:v>
                </c:pt>
                <c:pt idx="6">
                  <c:v>3.4</c:v>
                </c:pt>
                <c:pt idx="7">
                  <c:v>3.1</c:v>
                </c:pt>
                <c:pt idx="8">
                  <c:v>3.1</c:v>
                </c:pt>
                <c:pt idx="9">
                  <c:v>3.4</c:v>
                </c:pt>
                <c:pt idx="10">
                  <c:v>3.2</c:v>
                </c:pt>
                <c:pt idx="11">
                  <c:v>4.5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573"/>
                </a:solidFill>
                <a:latin typeface="Montserra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F1F1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573"/>
                </a:solidFill>
                <a:latin typeface="Montserrat"/>
              </a:defRPr>
            </a:pPr>
          </a:p>
        </c:txPr>
        <c:crossAx val="2118791784"/>
        <c:crosses val="autoZero"/>
      </c:valAx>
    </c:plotArea>
    <c:legend>
      <c:legendPos/>
      <c:layout/>
      <c:overlay val="0"/>
      <c:txPr>
        <a:bodyPr/>
        <a:lstStyle/>
        <a:p>
          <a:pPr>
            <a:defRPr sz="1000">
              <a:solidFill>
                <a:srgbClr val="5A6573"/>
              </a:solidFill>
              <a:latin typeface="Montserrat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тбивка_1">
  <p:cSld name="Отбивка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6"/>
          <p:cNvSpPr txBox="1"/>
          <p:nvPr>
            <p:ph type="title"/>
          </p:nvPr>
        </p:nvSpPr>
        <p:spPr>
          <a:xfrm>
            <a:off x="587375" y="584200"/>
            <a:ext cx="6118225" cy="558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">
  <p:cSld name="Таблица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0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овый">
  <p:cSld name="Текстовый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2"/>
          <p:cNvSpPr txBox="1"/>
          <p:nvPr>
            <p:ph idx="1" type="body"/>
          </p:nvPr>
        </p:nvSpPr>
        <p:spPr>
          <a:xfrm>
            <a:off x="587375" y="584200"/>
            <a:ext cx="11017250" cy="5581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1 строку + список">
  <p:cSld name="Заголовок в 1 строку + список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0"/>
          <p:cNvSpPr txBox="1"/>
          <p:nvPr>
            <p:ph idx="1" type="body"/>
          </p:nvPr>
        </p:nvSpPr>
        <p:spPr>
          <a:xfrm>
            <a:off x="587375" y="2528889"/>
            <a:ext cx="11017251" cy="363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50"/>
          <p:cNvSpPr txBox="1"/>
          <p:nvPr>
            <p:ph type="title"/>
          </p:nvPr>
        </p:nvSpPr>
        <p:spPr>
          <a:xfrm>
            <a:off x="587375" y="584200"/>
            <a:ext cx="11017249" cy="122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39">
          <p15:clr>
            <a:srgbClr val="5ACBF0"/>
          </p15:clr>
        </p15:guide>
        <p15:guide id="2" orient="horz" pos="1593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 2 колонки">
  <p:cSld name="Заголовок + текст 2 колонки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1"/>
          <p:cNvSpPr txBox="1"/>
          <p:nvPr>
            <p:ph idx="1" type="body"/>
          </p:nvPr>
        </p:nvSpPr>
        <p:spPr>
          <a:xfrm>
            <a:off x="587374" y="2528888"/>
            <a:ext cx="5220000" cy="3636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51"/>
          <p:cNvSpPr txBox="1"/>
          <p:nvPr>
            <p:ph idx="2" type="body"/>
          </p:nvPr>
        </p:nvSpPr>
        <p:spPr>
          <a:xfrm>
            <a:off x="6384624" y="2528888"/>
            <a:ext cx="5220000" cy="3636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1"/>
          <p:cNvSpPr txBox="1"/>
          <p:nvPr>
            <p:ph type="title"/>
          </p:nvPr>
        </p:nvSpPr>
        <p:spPr>
          <a:xfrm>
            <a:off x="587375" y="584200"/>
            <a:ext cx="11017249" cy="122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39">
          <p15:clr>
            <a:srgbClr val="5ACBF0"/>
          </p15:clr>
        </p15:guide>
        <p15:guide id="2" orient="horz" pos="1593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">
  <p:cSld name="Титул 3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7"/>
          <p:cNvSpPr txBox="1"/>
          <p:nvPr>
            <p:ph type="title"/>
          </p:nvPr>
        </p:nvSpPr>
        <p:spPr>
          <a:xfrm>
            <a:off x="594749" y="584200"/>
            <a:ext cx="7588468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31" name="Google Shape;31;p67"/>
          <p:cNvSpPr txBox="1"/>
          <p:nvPr>
            <p:ph idx="1" type="body"/>
          </p:nvPr>
        </p:nvSpPr>
        <p:spPr>
          <a:xfrm>
            <a:off x="8183217" y="5875893"/>
            <a:ext cx="3421408" cy="291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67"/>
          <p:cNvSpPr txBox="1"/>
          <p:nvPr>
            <p:ph idx="2" type="body"/>
          </p:nvPr>
        </p:nvSpPr>
        <p:spPr>
          <a:xfrm>
            <a:off x="594748" y="4218108"/>
            <a:ext cx="5400000" cy="348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67"/>
          <p:cNvSpPr txBox="1"/>
          <p:nvPr>
            <p:ph idx="3" type="body"/>
          </p:nvPr>
        </p:nvSpPr>
        <p:spPr>
          <a:xfrm>
            <a:off x="594748" y="4598572"/>
            <a:ext cx="5399999" cy="675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⏤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4" name="Google Shape;34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22052"/>
            <a:ext cx="1130919" cy="299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>
  <p:cSld name="Титул 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9"/>
          <p:cNvSpPr txBox="1"/>
          <p:nvPr>
            <p:ph type="title"/>
          </p:nvPr>
        </p:nvSpPr>
        <p:spPr>
          <a:xfrm>
            <a:off x="594749" y="584200"/>
            <a:ext cx="5400000" cy="3013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37" name="Google Shape;37;p49"/>
          <p:cNvSpPr txBox="1"/>
          <p:nvPr>
            <p:ph idx="1" type="body"/>
          </p:nvPr>
        </p:nvSpPr>
        <p:spPr>
          <a:xfrm>
            <a:off x="594748" y="4218108"/>
            <a:ext cx="5400000" cy="348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49"/>
          <p:cNvSpPr txBox="1"/>
          <p:nvPr>
            <p:ph idx="2" type="body"/>
          </p:nvPr>
        </p:nvSpPr>
        <p:spPr>
          <a:xfrm>
            <a:off x="594748" y="4598572"/>
            <a:ext cx="5399999" cy="675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49"/>
          <p:cNvSpPr txBox="1"/>
          <p:nvPr>
            <p:ph idx="3" type="body"/>
          </p:nvPr>
        </p:nvSpPr>
        <p:spPr>
          <a:xfrm>
            <a:off x="8183217" y="5889341"/>
            <a:ext cx="3421408" cy="291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9"/>
          <p:cNvSpPr/>
          <p:nvPr/>
        </p:nvSpPr>
        <p:spPr>
          <a:xfrm>
            <a:off x="7105925" y="1143250"/>
            <a:ext cx="3959400" cy="3959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Geologica Light"/>
              <a:ea typeface="Geologica Light"/>
              <a:cs typeface="Geologica Light"/>
              <a:sym typeface="Geologica Light"/>
            </a:endParaRPr>
          </a:p>
        </p:txBody>
      </p:sp>
      <p:sp>
        <p:nvSpPr>
          <p:cNvPr id="41" name="Google Shape;41;p49"/>
          <p:cNvSpPr/>
          <p:nvPr>
            <p:ph idx="4" type="pic"/>
          </p:nvPr>
        </p:nvSpPr>
        <p:spPr>
          <a:xfrm>
            <a:off x="7637939" y="604401"/>
            <a:ext cx="3959400" cy="395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id="42" name="Google Shape;42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22052"/>
            <a:ext cx="1130919" cy="299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3">
  <p:cSld name="Титул 2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2870f9e6fac_0_7"/>
          <p:cNvSpPr txBox="1"/>
          <p:nvPr>
            <p:ph type="title"/>
          </p:nvPr>
        </p:nvSpPr>
        <p:spPr>
          <a:xfrm>
            <a:off x="594749" y="584200"/>
            <a:ext cx="54000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45" name="Google Shape;45;g2870f9e6fac_0_7"/>
          <p:cNvSpPr/>
          <p:nvPr>
            <p:ph idx="2" type="pic"/>
          </p:nvPr>
        </p:nvSpPr>
        <p:spPr>
          <a:xfrm>
            <a:off x="7098224" y="584200"/>
            <a:ext cx="4500000" cy="5581649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id="46" name="Google Shape;46;g2870f9e6fac_0_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22052"/>
            <a:ext cx="1130919" cy="29908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g2870f9e6fac_0_7"/>
          <p:cNvSpPr txBox="1"/>
          <p:nvPr>
            <p:ph idx="1" type="body"/>
          </p:nvPr>
        </p:nvSpPr>
        <p:spPr>
          <a:xfrm>
            <a:off x="594748" y="4218108"/>
            <a:ext cx="5400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g2870f9e6fac_0_7"/>
          <p:cNvSpPr txBox="1"/>
          <p:nvPr>
            <p:ph idx="3" type="body"/>
          </p:nvPr>
        </p:nvSpPr>
        <p:spPr>
          <a:xfrm>
            <a:off x="594748" y="4598572"/>
            <a:ext cx="54000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1 строку + текст">
  <p:cSld name="Заголовок в 1 строку + текст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5"/>
          <p:cNvSpPr txBox="1"/>
          <p:nvPr>
            <p:ph type="title"/>
          </p:nvPr>
        </p:nvSpPr>
        <p:spPr>
          <a:xfrm>
            <a:off x="587375" y="584200"/>
            <a:ext cx="11017249" cy="122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Montserrat SemiBold"/>
              <a:buNone/>
              <a:defRPr sz="5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51" name="Google Shape;51;p55"/>
          <p:cNvSpPr txBox="1"/>
          <p:nvPr>
            <p:ph idx="1" type="body"/>
          </p:nvPr>
        </p:nvSpPr>
        <p:spPr>
          <a:xfrm>
            <a:off x="587375" y="2528888"/>
            <a:ext cx="11017251" cy="3636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39">
          <p15:clr>
            <a:srgbClr val="5ACBF0"/>
          </p15:clr>
        </p15:guide>
        <p15:guide id="2" orient="horz" pos="1593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рупный тезис">
  <p:cSld name="Крупный тезис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7"/>
          <p:cNvSpPr txBox="1"/>
          <p:nvPr>
            <p:ph idx="1" type="body"/>
          </p:nvPr>
        </p:nvSpPr>
        <p:spPr>
          <a:xfrm>
            <a:off x="587375" y="5075583"/>
            <a:ext cx="7200000" cy="109026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57"/>
          <p:cNvSpPr txBox="1"/>
          <p:nvPr>
            <p:ph type="title"/>
          </p:nvPr>
        </p:nvSpPr>
        <p:spPr>
          <a:xfrm>
            <a:off x="587375" y="584200"/>
            <a:ext cx="7200000" cy="3608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цифры крупно">
  <p:cSld name="2 цифры крупно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8"/>
          <p:cNvSpPr txBox="1"/>
          <p:nvPr>
            <p:ph idx="1" type="subTitle"/>
          </p:nvPr>
        </p:nvSpPr>
        <p:spPr>
          <a:xfrm>
            <a:off x="587375" y="4332747"/>
            <a:ext cx="4679284" cy="128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7" name="Google Shape;57;p58"/>
          <p:cNvSpPr txBox="1"/>
          <p:nvPr>
            <p:ph idx="2" type="body"/>
          </p:nvPr>
        </p:nvSpPr>
        <p:spPr>
          <a:xfrm>
            <a:off x="587374" y="2882349"/>
            <a:ext cx="4679285" cy="1203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0"/>
              <a:buNone/>
              <a:defRPr b="1" sz="11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8" name="Google Shape;58;p58"/>
          <p:cNvSpPr txBox="1"/>
          <p:nvPr>
            <p:ph idx="3" type="body"/>
          </p:nvPr>
        </p:nvSpPr>
        <p:spPr>
          <a:xfrm>
            <a:off x="6116209" y="2882349"/>
            <a:ext cx="4679284" cy="1203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0"/>
              <a:buNone/>
              <a:defRPr b="1" sz="11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9" name="Google Shape;59;p58"/>
          <p:cNvSpPr txBox="1"/>
          <p:nvPr>
            <p:ph idx="4" type="body"/>
          </p:nvPr>
        </p:nvSpPr>
        <p:spPr>
          <a:xfrm>
            <a:off x="6116208" y="4332748"/>
            <a:ext cx="4679283" cy="128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58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фактов">
  <p:cSld name="6 важных цифр 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3"/>
          <p:cNvSpPr txBox="1"/>
          <p:nvPr>
            <p:ph idx="1" type="body"/>
          </p:nvPr>
        </p:nvSpPr>
        <p:spPr>
          <a:xfrm>
            <a:off x="81488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63"/>
          <p:cNvSpPr txBox="1"/>
          <p:nvPr>
            <p:ph idx="2" type="body"/>
          </p:nvPr>
        </p:nvSpPr>
        <p:spPr>
          <a:xfrm>
            <a:off x="8148863" y="3809879"/>
            <a:ext cx="3239996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4" name="Google Shape;64;p63"/>
          <p:cNvSpPr txBox="1"/>
          <p:nvPr>
            <p:ph idx="3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63"/>
          <p:cNvSpPr txBox="1"/>
          <p:nvPr>
            <p:ph idx="4" type="body"/>
          </p:nvPr>
        </p:nvSpPr>
        <p:spPr>
          <a:xfrm>
            <a:off x="8148863" y="1382737"/>
            <a:ext cx="323999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6" name="Google Shape;66;p63"/>
          <p:cNvSpPr txBox="1"/>
          <p:nvPr>
            <p:ph type="title"/>
          </p:nvPr>
        </p:nvSpPr>
        <p:spPr>
          <a:xfrm>
            <a:off x="587375" y="584200"/>
            <a:ext cx="1101724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7" name="Google Shape;67;p63"/>
          <p:cNvSpPr txBox="1"/>
          <p:nvPr>
            <p:ph idx="5" type="body"/>
          </p:nvPr>
        </p:nvSpPr>
        <p:spPr>
          <a:xfrm>
            <a:off x="58601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63"/>
          <p:cNvSpPr txBox="1"/>
          <p:nvPr>
            <p:ph idx="6" type="body"/>
          </p:nvPr>
        </p:nvSpPr>
        <p:spPr>
          <a:xfrm>
            <a:off x="586012" y="1382737"/>
            <a:ext cx="3239999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69" name="Google Shape;69;p63"/>
          <p:cNvSpPr txBox="1"/>
          <p:nvPr>
            <p:ph idx="7" type="body"/>
          </p:nvPr>
        </p:nvSpPr>
        <p:spPr>
          <a:xfrm>
            <a:off x="58601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63"/>
          <p:cNvSpPr txBox="1"/>
          <p:nvPr>
            <p:ph idx="8" type="body"/>
          </p:nvPr>
        </p:nvSpPr>
        <p:spPr>
          <a:xfrm>
            <a:off x="586013" y="3809879"/>
            <a:ext cx="323999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1" name="Google Shape;71;p63"/>
          <p:cNvSpPr txBox="1"/>
          <p:nvPr>
            <p:ph idx="9" type="body"/>
          </p:nvPr>
        </p:nvSpPr>
        <p:spPr>
          <a:xfrm>
            <a:off x="43769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63"/>
          <p:cNvSpPr txBox="1"/>
          <p:nvPr>
            <p:ph idx="13" type="body"/>
          </p:nvPr>
        </p:nvSpPr>
        <p:spPr>
          <a:xfrm>
            <a:off x="4376962" y="1382737"/>
            <a:ext cx="3239999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3" name="Google Shape;73;p63"/>
          <p:cNvSpPr txBox="1"/>
          <p:nvPr>
            <p:ph idx="14" type="body"/>
          </p:nvPr>
        </p:nvSpPr>
        <p:spPr>
          <a:xfrm>
            <a:off x="43769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63"/>
          <p:cNvSpPr txBox="1"/>
          <p:nvPr>
            <p:ph idx="15" type="body"/>
          </p:nvPr>
        </p:nvSpPr>
        <p:spPr>
          <a:xfrm>
            <a:off x="4376962" y="3809879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аймлайн">
  <p:cSld name="1_таймлайн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9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pic>
        <p:nvPicPr>
          <p:cNvPr id="77" name="Google Shape;77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6291" y="2966453"/>
            <a:ext cx="10838331" cy="7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акта">
  <p:cSld name="3 факта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0"/>
          <p:cNvSpPr txBox="1"/>
          <p:nvPr>
            <p:ph idx="1" type="body"/>
          </p:nvPr>
        </p:nvSpPr>
        <p:spPr>
          <a:xfrm>
            <a:off x="587375" y="3485314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80" name="Google Shape;80;p60"/>
          <p:cNvSpPr txBox="1"/>
          <p:nvPr>
            <p:ph idx="2" type="subTitle"/>
          </p:nvPr>
        </p:nvSpPr>
        <p:spPr>
          <a:xfrm>
            <a:off x="587375" y="4536369"/>
            <a:ext cx="2884941" cy="162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1" name="Google Shape;81;p60"/>
          <p:cNvSpPr txBox="1"/>
          <p:nvPr>
            <p:ph idx="3" type="body"/>
          </p:nvPr>
        </p:nvSpPr>
        <p:spPr>
          <a:xfrm>
            <a:off x="4195798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60"/>
          <p:cNvSpPr txBox="1"/>
          <p:nvPr>
            <p:ph idx="4" type="body"/>
          </p:nvPr>
        </p:nvSpPr>
        <p:spPr>
          <a:xfrm>
            <a:off x="779310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60"/>
          <p:cNvSpPr txBox="1"/>
          <p:nvPr>
            <p:ph idx="5" type="body"/>
          </p:nvPr>
        </p:nvSpPr>
        <p:spPr>
          <a:xfrm>
            <a:off x="4195798" y="3489182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84" name="Google Shape;84;p60"/>
          <p:cNvSpPr txBox="1"/>
          <p:nvPr>
            <p:ph idx="6" type="body"/>
          </p:nvPr>
        </p:nvSpPr>
        <p:spPr>
          <a:xfrm>
            <a:off x="7804221" y="3489182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85" name="Google Shape;85;p60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фактов">
  <p:cSld name="5 фактов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2"/>
          <p:cNvSpPr txBox="1"/>
          <p:nvPr>
            <p:ph idx="1" type="body"/>
          </p:nvPr>
        </p:nvSpPr>
        <p:spPr>
          <a:xfrm>
            <a:off x="4362301" y="3533709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62"/>
          <p:cNvSpPr txBox="1"/>
          <p:nvPr>
            <p:ph idx="2" type="body"/>
          </p:nvPr>
        </p:nvSpPr>
        <p:spPr>
          <a:xfrm>
            <a:off x="81488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62"/>
          <p:cNvSpPr txBox="1"/>
          <p:nvPr>
            <p:ph idx="3" type="body"/>
          </p:nvPr>
        </p:nvSpPr>
        <p:spPr>
          <a:xfrm>
            <a:off x="4362302" y="2550355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0" name="Google Shape;90;p62"/>
          <p:cNvSpPr txBox="1"/>
          <p:nvPr>
            <p:ph idx="4" type="body"/>
          </p:nvPr>
        </p:nvSpPr>
        <p:spPr>
          <a:xfrm>
            <a:off x="8148863" y="3809879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1" name="Google Shape;91;p62"/>
          <p:cNvSpPr txBox="1"/>
          <p:nvPr>
            <p:ph idx="5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62"/>
          <p:cNvSpPr txBox="1"/>
          <p:nvPr>
            <p:ph idx="6" type="body"/>
          </p:nvPr>
        </p:nvSpPr>
        <p:spPr>
          <a:xfrm>
            <a:off x="8148863" y="1382737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3" name="Google Shape;93;p62"/>
          <p:cNvSpPr txBox="1"/>
          <p:nvPr>
            <p:ph type="title"/>
          </p:nvPr>
        </p:nvSpPr>
        <p:spPr>
          <a:xfrm>
            <a:off x="587375" y="584200"/>
            <a:ext cx="11017249" cy="660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94" name="Google Shape;94;p62"/>
          <p:cNvSpPr txBox="1"/>
          <p:nvPr>
            <p:ph idx="7" type="body"/>
          </p:nvPr>
        </p:nvSpPr>
        <p:spPr>
          <a:xfrm>
            <a:off x="58601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62"/>
          <p:cNvSpPr txBox="1"/>
          <p:nvPr>
            <p:ph idx="8" type="body"/>
          </p:nvPr>
        </p:nvSpPr>
        <p:spPr>
          <a:xfrm>
            <a:off x="586013" y="1382737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6" name="Google Shape;96;p62"/>
          <p:cNvSpPr txBox="1"/>
          <p:nvPr>
            <p:ph idx="9" type="body"/>
          </p:nvPr>
        </p:nvSpPr>
        <p:spPr>
          <a:xfrm>
            <a:off x="58601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62"/>
          <p:cNvSpPr txBox="1"/>
          <p:nvPr>
            <p:ph idx="13" type="body"/>
          </p:nvPr>
        </p:nvSpPr>
        <p:spPr>
          <a:xfrm>
            <a:off x="586013" y="3809879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 SemiBold"/>
              <a:buNone/>
              <a:defRPr sz="6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иконки">
  <p:cSld name="3 иконки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4"/>
          <p:cNvSpPr txBox="1"/>
          <p:nvPr>
            <p:ph idx="1" type="subTitle"/>
          </p:nvPr>
        </p:nvSpPr>
        <p:spPr>
          <a:xfrm>
            <a:off x="587375" y="4536369"/>
            <a:ext cx="2884941" cy="162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0" name="Google Shape;100;p64"/>
          <p:cNvSpPr txBox="1"/>
          <p:nvPr>
            <p:ph idx="2" type="body"/>
          </p:nvPr>
        </p:nvSpPr>
        <p:spPr>
          <a:xfrm>
            <a:off x="4195798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64"/>
          <p:cNvSpPr txBox="1"/>
          <p:nvPr>
            <p:ph idx="3" type="body"/>
          </p:nvPr>
        </p:nvSpPr>
        <p:spPr>
          <a:xfrm>
            <a:off x="779310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64"/>
          <p:cNvSpPr/>
          <p:nvPr>
            <p:ph idx="4" type="pic"/>
          </p:nvPr>
        </p:nvSpPr>
        <p:spPr>
          <a:xfrm>
            <a:off x="587375" y="3652127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64"/>
          <p:cNvSpPr/>
          <p:nvPr>
            <p:ph idx="5" type="pic"/>
          </p:nvPr>
        </p:nvSpPr>
        <p:spPr>
          <a:xfrm>
            <a:off x="4185341" y="3652127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64"/>
          <p:cNvSpPr/>
          <p:nvPr>
            <p:ph idx="6" type="pic"/>
          </p:nvPr>
        </p:nvSpPr>
        <p:spPr>
          <a:xfrm>
            <a:off x="7770054" y="3652127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64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иконки на слайде">
  <p:cSld name="4 иконки на слайде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5"/>
          <p:cNvSpPr txBox="1"/>
          <p:nvPr>
            <p:ph idx="1" type="body"/>
          </p:nvPr>
        </p:nvSpPr>
        <p:spPr>
          <a:xfrm>
            <a:off x="1378204" y="3089950"/>
            <a:ext cx="4006827" cy="408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08" name="Google Shape;108;p65"/>
          <p:cNvSpPr/>
          <p:nvPr>
            <p:ph idx="2" type="pic"/>
          </p:nvPr>
        </p:nvSpPr>
        <p:spPr>
          <a:xfrm>
            <a:off x="587375" y="30899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65"/>
          <p:cNvSpPr txBox="1"/>
          <p:nvPr>
            <p:ph idx="3" type="body"/>
          </p:nvPr>
        </p:nvSpPr>
        <p:spPr>
          <a:xfrm>
            <a:off x="1378204" y="4647081"/>
            <a:ext cx="4006827" cy="408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0" name="Google Shape;110;p65"/>
          <p:cNvSpPr/>
          <p:nvPr>
            <p:ph idx="4" type="pic"/>
          </p:nvPr>
        </p:nvSpPr>
        <p:spPr>
          <a:xfrm>
            <a:off x="587375" y="464708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65"/>
          <p:cNvSpPr txBox="1"/>
          <p:nvPr>
            <p:ph idx="5" type="body"/>
          </p:nvPr>
        </p:nvSpPr>
        <p:spPr>
          <a:xfrm>
            <a:off x="1379533" y="5098643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65"/>
          <p:cNvSpPr txBox="1"/>
          <p:nvPr>
            <p:ph idx="6" type="body"/>
          </p:nvPr>
        </p:nvSpPr>
        <p:spPr>
          <a:xfrm>
            <a:off x="7162778" y="3089950"/>
            <a:ext cx="4006827" cy="408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3" name="Google Shape;113;p65"/>
          <p:cNvSpPr/>
          <p:nvPr>
            <p:ph idx="7" type="pic"/>
          </p:nvPr>
        </p:nvSpPr>
        <p:spPr>
          <a:xfrm>
            <a:off x="6371949" y="30899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65"/>
          <p:cNvSpPr txBox="1"/>
          <p:nvPr>
            <p:ph idx="8" type="body"/>
          </p:nvPr>
        </p:nvSpPr>
        <p:spPr>
          <a:xfrm>
            <a:off x="7162778" y="4647081"/>
            <a:ext cx="4006827" cy="408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5" name="Google Shape;115;p65"/>
          <p:cNvSpPr/>
          <p:nvPr>
            <p:ph idx="9" type="pic"/>
          </p:nvPr>
        </p:nvSpPr>
        <p:spPr>
          <a:xfrm>
            <a:off x="6371949" y="464708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65"/>
          <p:cNvSpPr txBox="1"/>
          <p:nvPr>
            <p:ph idx="13" type="body"/>
          </p:nvPr>
        </p:nvSpPr>
        <p:spPr>
          <a:xfrm>
            <a:off x="7164107" y="5098643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65"/>
          <p:cNvSpPr txBox="1"/>
          <p:nvPr>
            <p:ph idx="14" type="body"/>
          </p:nvPr>
        </p:nvSpPr>
        <p:spPr>
          <a:xfrm>
            <a:off x="7164107" y="3541015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65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9pPr>
          </a:lstStyle>
          <a:p/>
        </p:txBody>
      </p:sp>
      <p:sp>
        <p:nvSpPr>
          <p:cNvPr id="119" name="Google Shape;119;p65"/>
          <p:cNvSpPr txBox="1"/>
          <p:nvPr>
            <p:ph idx="15" type="body"/>
          </p:nvPr>
        </p:nvSpPr>
        <p:spPr>
          <a:xfrm>
            <a:off x="1375198" y="3541015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линейных иконок на слайде">
  <p:cSld name="6 иконок на слайде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6"/>
          <p:cNvSpPr/>
          <p:nvPr>
            <p:ph idx="2" type="pic"/>
          </p:nvPr>
        </p:nvSpPr>
        <p:spPr>
          <a:xfrm>
            <a:off x="587375" y="2904623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66"/>
          <p:cNvSpPr/>
          <p:nvPr>
            <p:ph idx="3" type="pic"/>
          </p:nvPr>
        </p:nvSpPr>
        <p:spPr>
          <a:xfrm>
            <a:off x="587375" y="4242236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66"/>
          <p:cNvSpPr txBox="1"/>
          <p:nvPr>
            <p:ph idx="1" type="body"/>
          </p:nvPr>
        </p:nvSpPr>
        <p:spPr>
          <a:xfrm>
            <a:off x="1379533" y="4242236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66"/>
          <p:cNvSpPr/>
          <p:nvPr>
            <p:ph idx="4" type="pic"/>
          </p:nvPr>
        </p:nvSpPr>
        <p:spPr>
          <a:xfrm>
            <a:off x="6371949" y="2904623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66"/>
          <p:cNvSpPr/>
          <p:nvPr>
            <p:ph idx="5" type="pic"/>
          </p:nvPr>
        </p:nvSpPr>
        <p:spPr>
          <a:xfrm>
            <a:off x="6371949" y="4242236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66"/>
          <p:cNvSpPr txBox="1"/>
          <p:nvPr>
            <p:ph idx="6" type="body"/>
          </p:nvPr>
        </p:nvSpPr>
        <p:spPr>
          <a:xfrm>
            <a:off x="7164107" y="4242236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66"/>
          <p:cNvSpPr txBox="1"/>
          <p:nvPr>
            <p:ph idx="7" type="body"/>
          </p:nvPr>
        </p:nvSpPr>
        <p:spPr>
          <a:xfrm>
            <a:off x="7164107" y="2904623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66"/>
          <p:cNvSpPr/>
          <p:nvPr>
            <p:ph idx="8" type="pic"/>
          </p:nvPr>
        </p:nvSpPr>
        <p:spPr>
          <a:xfrm>
            <a:off x="587375" y="55562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66"/>
          <p:cNvSpPr txBox="1"/>
          <p:nvPr>
            <p:ph idx="9" type="body"/>
          </p:nvPr>
        </p:nvSpPr>
        <p:spPr>
          <a:xfrm>
            <a:off x="1379533" y="5556250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66"/>
          <p:cNvSpPr/>
          <p:nvPr>
            <p:ph idx="13" type="pic"/>
          </p:nvPr>
        </p:nvSpPr>
        <p:spPr>
          <a:xfrm>
            <a:off x="6371949" y="55562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66"/>
          <p:cNvSpPr txBox="1"/>
          <p:nvPr>
            <p:ph idx="14" type="body"/>
          </p:nvPr>
        </p:nvSpPr>
        <p:spPr>
          <a:xfrm>
            <a:off x="7164107" y="5556250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66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3" name="Google Shape;133;p66"/>
          <p:cNvSpPr txBox="1"/>
          <p:nvPr>
            <p:ph idx="15" type="body"/>
          </p:nvPr>
        </p:nvSpPr>
        <p:spPr>
          <a:xfrm>
            <a:off x="1388949" y="2904623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в маске">
  <p:cSld name="Фото навылет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9"/>
          <p:cNvSpPr txBox="1"/>
          <p:nvPr>
            <p:ph idx="1" type="body"/>
          </p:nvPr>
        </p:nvSpPr>
        <p:spPr>
          <a:xfrm>
            <a:off x="587375" y="2528888"/>
            <a:ext cx="5940900" cy="3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69"/>
          <p:cNvSpPr/>
          <p:nvPr>
            <p:ph idx="2" type="pic"/>
          </p:nvPr>
        </p:nvSpPr>
        <p:spPr>
          <a:xfrm>
            <a:off x="7104624" y="0"/>
            <a:ext cx="508737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69"/>
          <p:cNvSpPr txBox="1"/>
          <p:nvPr>
            <p:ph type="title"/>
          </p:nvPr>
        </p:nvSpPr>
        <p:spPr>
          <a:xfrm>
            <a:off x="587375" y="584200"/>
            <a:ext cx="5941016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в маске">
  <p:cSld name="Фото квадратное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2"/>
          <p:cNvSpPr txBox="1"/>
          <p:nvPr>
            <p:ph idx="1" type="body"/>
          </p:nvPr>
        </p:nvSpPr>
        <p:spPr>
          <a:xfrm>
            <a:off x="587375" y="2528888"/>
            <a:ext cx="4556997" cy="3621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102"/>
          <p:cNvSpPr txBox="1"/>
          <p:nvPr>
            <p:ph type="title"/>
          </p:nvPr>
        </p:nvSpPr>
        <p:spPr>
          <a:xfrm>
            <a:off x="587375" y="584200"/>
            <a:ext cx="4556998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02"/>
          <p:cNvSpPr/>
          <p:nvPr>
            <p:ph idx="2" type="pic"/>
          </p:nvPr>
        </p:nvSpPr>
        <p:spPr>
          <a:xfrm>
            <a:off x="6039748" y="584200"/>
            <a:ext cx="5564877" cy="5566433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в маске">
  <p:cSld name="Фото в маске_3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3"/>
          <p:cNvSpPr txBox="1"/>
          <p:nvPr>
            <p:ph idx="1" type="body"/>
          </p:nvPr>
        </p:nvSpPr>
        <p:spPr>
          <a:xfrm>
            <a:off x="587375" y="2528888"/>
            <a:ext cx="5941015" cy="3621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103"/>
          <p:cNvSpPr txBox="1"/>
          <p:nvPr>
            <p:ph type="title"/>
          </p:nvPr>
        </p:nvSpPr>
        <p:spPr>
          <a:xfrm>
            <a:off x="587375" y="584200"/>
            <a:ext cx="5941016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45" name="Google Shape;145;p103"/>
          <p:cNvSpPr/>
          <p:nvPr>
            <p:ph idx="2" type="pic"/>
          </p:nvPr>
        </p:nvSpPr>
        <p:spPr>
          <a:xfrm>
            <a:off x="7464056" y="584200"/>
            <a:ext cx="4140569" cy="6273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ото">
  <p:cSld name="3 фото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0"/>
          <p:cNvSpPr/>
          <p:nvPr>
            <p:ph idx="2" type="pic"/>
          </p:nvPr>
        </p:nvSpPr>
        <p:spPr>
          <a:xfrm>
            <a:off x="603401" y="59225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8" name="Google Shape;148;p70"/>
          <p:cNvSpPr/>
          <p:nvPr>
            <p:ph idx="3" type="pic"/>
          </p:nvPr>
        </p:nvSpPr>
        <p:spPr>
          <a:xfrm>
            <a:off x="4350001" y="58720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9" name="Google Shape;149;p70"/>
          <p:cNvSpPr/>
          <p:nvPr>
            <p:ph idx="4" type="pic"/>
          </p:nvPr>
        </p:nvSpPr>
        <p:spPr>
          <a:xfrm>
            <a:off x="8112626" y="58720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ото 1">
  <p:cSld name="2 фото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84d08330cf_0_11"/>
          <p:cNvSpPr/>
          <p:nvPr>
            <p:ph idx="2" type="pic"/>
          </p:nvPr>
        </p:nvSpPr>
        <p:spPr>
          <a:xfrm>
            <a:off x="603401" y="587376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2" name="Google Shape;152;g284d08330cf_0_11"/>
          <p:cNvSpPr/>
          <p:nvPr>
            <p:ph idx="3" type="pic"/>
          </p:nvPr>
        </p:nvSpPr>
        <p:spPr>
          <a:xfrm>
            <a:off x="4349750" y="587376"/>
            <a:ext cx="7238849" cy="5573700"/>
          </a:xfrm>
          <a:prstGeom prst="roundRect">
            <a:avLst>
              <a:gd fmla="val 1059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на весь слайд">
  <p:cSld name="Фото на весь слайд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1"/>
          <p:cNvSpPr/>
          <p:nvPr>
            <p:ph idx="2" type="pic"/>
          </p:nvPr>
        </p:nvSpPr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карточки факта">
  <p:cSld name="3 карточки факта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2"/>
          <p:cNvSpPr/>
          <p:nvPr/>
        </p:nvSpPr>
        <p:spPr>
          <a:xfrm>
            <a:off x="587375" y="2318038"/>
            <a:ext cx="3482820" cy="3847378"/>
          </a:xfrm>
          <a:prstGeom prst="roundRect">
            <a:avLst>
              <a:gd fmla="val 4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2"/>
          <p:cNvSpPr/>
          <p:nvPr/>
        </p:nvSpPr>
        <p:spPr>
          <a:xfrm>
            <a:off x="4359276" y="2318038"/>
            <a:ext cx="3482820" cy="3847378"/>
          </a:xfrm>
          <a:prstGeom prst="roundRect">
            <a:avLst>
              <a:gd fmla="val 4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2"/>
          <p:cNvSpPr/>
          <p:nvPr/>
        </p:nvSpPr>
        <p:spPr>
          <a:xfrm>
            <a:off x="8131176" y="2318038"/>
            <a:ext cx="3482820" cy="3847378"/>
          </a:xfrm>
          <a:prstGeom prst="roundRect">
            <a:avLst>
              <a:gd fmla="val 4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2"/>
          <p:cNvSpPr txBox="1"/>
          <p:nvPr>
            <p:ph idx="1" type="body"/>
          </p:nvPr>
        </p:nvSpPr>
        <p:spPr>
          <a:xfrm>
            <a:off x="879482" y="2533491"/>
            <a:ext cx="648208" cy="714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0" name="Google Shape;160;p72"/>
          <p:cNvSpPr txBox="1"/>
          <p:nvPr>
            <p:ph idx="2" type="body"/>
          </p:nvPr>
        </p:nvSpPr>
        <p:spPr>
          <a:xfrm>
            <a:off x="4645159" y="2533491"/>
            <a:ext cx="648208" cy="714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1" name="Google Shape;161;p72"/>
          <p:cNvSpPr txBox="1"/>
          <p:nvPr>
            <p:ph idx="3" type="body"/>
          </p:nvPr>
        </p:nvSpPr>
        <p:spPr>
          <a:xfrm>
            <a:off x="8399240" y="2530940"/>
            <a:ext cx="648208" cy="714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2" name="Google Shape;162;p72"/>
          <p:cNvSpPr txBox="1"/>
          <p:nvPr>
            <p:ph idx="4" type="subTitle"/>
          </p:nvPr>
        </p:nvSpPr>
        <p:spPr>
          <a:xfrm>
            <a:off x="879482" y="4218550"/>
            <a:ext cx="2893472" cy="1635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3" name="Google Shape;163;p72"/>
          <p:cNvSpPr txBox="1"/>
          <p:nvPr>
            <p:ph idx="5" type="body"/>
          </p:nvPr>
        </p:nvSpPr>
        <p:spPr>
          <a:xfrm>
            <a:off x="4649508" y="4217010"/>
            <a:ext cx="2868059" cy="1636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4" name="Google Shape;164;p72"/>
          <p:cNvSpPr txBox="1"/>
          <p:nvPr>
            <p:ph idx="6" type="body"/>
          </p:nvPr>
        </p:nvSpPr>
        <p:spPr>
          <a:xfrm>
            <a:off x="8419534" y="4217010"/>
            <a:ext cx="2868059" cy="1636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5" name="Google Shape;165;p72"/>
          <p:cNvSpPr txBox="1"/>
          <p:nvPr>
            <p:ph idx="7" type="body"/>
          </p:nvPr>
        </p:nvSpPr>
        <p:spPr>
          <a:xfrm>
            <a:off x="879482" y="3406533"/>
            <a:ext cx="2868059" cy="646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6" name="Google Shape;166;p72"/>
          <p:cNvSpPr txBox="1"/>
          <p:nvPr>
            <p:ph idx="8" type="body"/>
          </p:nvPr>
        </p:nvSpPr>
        <p:spPr>
          <a:xfrm>
            <a:off x="4649509" y="3406533"/>
            <a:ext cx="2868059" cy="646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7" name="Google Shape;167;p72"/>
          <p:cNvSpPr txBox="1"/>
          <p:nvPr>
            <p:ph idx="9" type="body"/>
          </p:nvPr>
        </p:nvSpPr>
        <p:spPr>
          <a:xfrm>
            <a:off x="8419535" y="3406533"/>
            <a:ext cx="2868059" cy="646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8" name="Google Shape;168;p7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карточки факта">
  <p:cSld name="4 карточки факта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3"/>
          <p:cNvSpPr/>
          <p:nvPr/>
        </p:nvSpPr>
        <p:spPr>
          <a:xfrm>
            <a:off x="587375" y="2318038"/>
            <a:ext cx="5372952" cy="1804964"/>
          </a:xfrm>
          <a:prstGeom prst="roundRect">
            <a:avLst>
              <a:gd fmla="val 93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3"/>
          <p:cNvSpPr/>
          <p:nvPr/>
        </p:nvSpPr>
        <p:spPr>
          <a:xfrm>
            <a:off x="587375" y="4364287"/>
            <a:ext cx="5372952" cy="1804964"/>
          </a:xfrm>
          <a:prstGeom prst="roundRect">
            <a:avLst>
              <a:gd fmla="val 93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3"/>
          <p:cNvSpPr/>
          <p:nvPr/>
        </p:nvSpPr>
        <p:spPr>
          <a:xfrm>
            <a:off x="6235467" y="2318038"/>
            <a:ext cx="5372952" cy="1804964"/>
          </a:xfrm>
          <a:prstGeom prst="roundRect">
            <a:avLst>
              <a:gd fmla="val 93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3"/>
          <p:cNvSpPr/>
          <p:nvPr/>
        </p:nvSpPr>
        <p:spPr>
          <a:xfrm>
            <a:off x="6235467" y="4364287"/>
            <a:ext cx="5372952" cy="1804964"/>
          </a:xfrm>
          <a:prstGeom prst="roundRect">
            <a:avLst>
              <a:gd fmla="val 93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3"/>
          <p:cNvSpPr txBox="1"/>
          <p:nvPr>
            <p:ph idx="1" type="body"/>
          </p:nvPr>
        </p:nvSpPr>
        <p:spPr>
          <a:xfrm>
            <a:off x="917625" y="2528888"/>
            <a:ext cx="648208" cy="7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5" name="Google Shape;175;p73"/>
          <p:cNvSpPr txBox="1"/>
          <p:nvPr>
            <p:ph idx="2" type="body"/>
          </p:nvPr>
        </p:nvSpPr>
        <p:spPr>
          <a:xfrm>
            <a:off x="917625" y="4605025"/>
            <a:ext cx="648208" cy="7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6" name="Google Shape;176;p73"/>
          <p:cNvSpPr txBox="1"/>
          <p:nvPr>
            <p:ph idx="3" type="body"/>
          </p:nvPr>
        </p:nvSpPr>
        <p:spPr>
          <a:xfrm>
            <a:off x="6574122" y="4605025"/>
            <a:ext cx="648208" cy="7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7" name="Google Shape;177;p73"/>
          <p:cNvSpPr txBox="1"/>
          <p:nvPr>
            <p:ph idx="4" type="subTitle"/>
          </p:nvPr>
        </p:nvSpPr>
        <p:spPr>
          <a:xfrm>
            <a:off x="1716374" y="2528888"/>
            <a:ext cx="3851999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8" name="Google Shape;178;p73"/>
          <p:cNvSpPr txBox="1"/>
          <p:nvPr>
            <p:ph idx="5" type="body"/>
          </p:nvPr>
        </p:nvSpPr>
        <p:spPr>
          <a:xfrm>
            <a:off x="6574122" y="2528888"/>
            <a:ext cx="648208" cy="7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9" name="Google Shape;179;p73"/>
          <p:cNvSpPr txBox="1"/>
          <p:nvPr>
            <p:ph idx="6" type="body"/>
          </p:nvPr>
        </p:nvSpPr>
        <p:spPr>
          <a:xfrm>
            <a:off x="7360170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0" name="Google Shape;180;p73"/>
          <p:cNvSpPr txBox="1"/>
          <p:nvPr>
            <p:ph idx="7" type="body"/>
          </p:nvPr>
        </p:nvSpPr>
        <p:spPr>
          <a:xfrm>
            <a:off x="1716374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1" name="Google Shape;181;p73"/>
          <p:cNvSpPr txBox="1"/>
          <p:nvPr>
            <p:ph idx="8" type="body"/>
          </p:nvPr>
        </p:nvSpPr>
        <p:spPr>
          <a:xfrm>
            <a:off x="7360170" y="2536669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2" name="Google Shape;182;p73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факта классика">
  <p:cSld name="4 карточки факта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c1f89b903e_0_310"/>
          <p:cNvSpPr txBox="1"/>
          <p:nvPr>
            <p:ph idx="1" type="body"/>
          </p:nvPr>
        </p:nvSpPr>
        <p:spPr>
          <a:xfrm>
            <a:off x="587375" y="2528888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5" name="Google Shape;185;g2c1f89b903e_0_310"/>
          <p:cNvSpPr txBox="1"/>
          <p:nvPr>
            <p:ph idx="2" type="body"/>
          </p:nvPr>
        </p:nvSpPr>
        <p:spPr>
          <a:xfrm>
            <a:off x="587375" y="4605025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6" name="Google Shape;186;g2c1f89b903e_0_310"/>
          <p:cNvSpPr txBox="1"/>
          <p:nvPr>
            <p:ph idx="3" type="body"/>
          </p:nvPr>
        </p:nvSpPr>
        <p:spPr>
          <a:xfrm>
            <a:off x="6574122" y="4605025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7" name="Google Shape;187;g2c1f89b903e_0_310"/>
          <p:cNvSpPr txBox="1"/>
          <p:nvPr>
            <p:ph idx="4" type="subTitle"/>
          </p:nvPr>
        </p:nvSpPr>
        <p:spPr>
          <a:xfrm>
            <a:off x="1386124" y="2528888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8" name="Google Shape;188;g2c1f89b903e_0_310"/>
          <p:cNvSpPr txBox="1"/>
          <p:nvPr>
            <p:ph idx="5" type="body"/>
          </p:nvPr>
        </p:nvSpPr>
        <p:spPr>
          <a:xfrm>
            <a:off x="6574122" y="2528888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9" name="Google Shape;189;g2c1f89b903e_0_310"/>
          <p:cNvSpPr txBox="1"/>
          <p:nvPr>
            <p:ph idx="6" type="body"/>
          </p:nvPr>
        </p:nvSpPr>
        <p:spPr>
          <a:xfrm>
            <a:off x="7360170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0" name="Google Shape;190;g2c1f89b903e_0_310"/>
          <p:cNvSpPr txBox="1"/>
          <p:nvPr>
            <p:ph idx="7" type="body"/>
          </p:nvPr>
        </p:nvSpPr>
        <p:spPr>
          <a:xfrm>
            <a:off x="1386124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1" name="Google Shape;191;g2c1f89b903e_0_310"/>
          <p:cNvSpPr txBox="1"/>
          <p:nvPr>
            <p:ph idx="8" type="body"/>
          </p:nvPr>
        </p:nvSpPr>
        <p:spPr>
          <a:xfrm>
            <a:off x="7360170" y="2536669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2" name="Google Shape;192;g2c1f89b903e_0_310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карточки иконки">
  <p:cSld name="2 карточки иконки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84d08330cf_0_140"/>
          <p:cNvSpPr/>
          <p:nvPr/>
        </p:nvSpPr>
        <p:spPr>
          <a:xfrm>
            <a:off x="587375" y="2318038"/>
            <a:ext cx="5369160" cy="3847378"/>
          </a:xfrm>
          <a:prstGeom prst="roundRect">
            <a:avLst>
              <a:gd fmla="val 455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284d08330cf_0_140"/>
          <p:cNvSpPr/>
          <p:nvPr/>
        </p:nvSpPr>
        <p:spPr>
          <a:xfrm>
            <a:off x="6235467" y="2318038"/>
            <a:ext cx="5368533" cy="3847378"/>
          </a:xfrm>
          <a:prstGeom prst="roundRect">
            <a:avLst>
              <a:gd fmla="val 455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284d08330cf_0_140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97" name="Google Shape;197;g284d08330cf_0_140"/>
          <p:cNvSpPr txBox="1"/>
          <p:nvPr>
            <p:ph idx="1" type="subTitle"/>
          </p:nvPr>
        </p:nvSpPr>
        <p:spPr>
          <a:xfrm>
            <a:off x="1665318" y="2537225"/>
            <a:ext cx="3534300" cy="3249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8" name="Google Shape;198;g284d08330cf_0_140"/>
          <p:cNvSpPr txBox="1"/>
          <p:nvPr>
            <p:ph idx="2" type="body"/>
          </p:nvPr>
        </p:nvSpPr>
        <p:spPr>
          <a:xfrm>
            <a:off x="7299951" y="2536669"/>
            <a:ext cx="3567000" cy="3249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g284d08330cf_0_140"/>
          <p:cNvSpPr/>
          <p:nvPr>
            <p:ph idx="3" type="pic"/>
          </p:nvPr>
        </p:nvSpPr>
        <p:spPr>
          <a:xfrm>
            <a:off x="892225" y="2537225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g284d08330cf_0_140"/>
          <p:cNvSpPr/>
          <p:nvPr>
            <p:ph idx="4" type="pic"/>
          </p:nvPr>
        </p:nvSpPr>
        <p:spPr>
          <a:xfrm>
            <a:off x="6526844" y="2536669"/>
            <a:ext cx="540000" cy="54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карточки иконки">
  <p:cSld name="3 карточки иконки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4"/>
          <p:cNvSpPr/>
          <p:nvPr/>
        </p:nvSpPr>
        <p:spPr>
          <a:xfrm>
            <a:off x="587375" y="2318038"/>
            <a:ext cx="3482700" cy="3847500"/>
          </a:xfrm>
          <a:prstGeom prst="roundRect">
            <a:avLst>
              <a:gd fmla="val 4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4"/>
          <p:cNvSpPr/>
          <p:nvPr/>
        </p:nvSpPr>
        <p:spPr>
          <a:xfrm>
            <a:off x="4359276" y="2318038"/>
            <a:ext cx="3482700" cy="3847500"/>
          </a:xfrm>
          <a:prstGeom prst="roundRect">
            <a:avLst>
              <a:gd fmla="val 4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4"/>
          <p:cNvSpPr/>
          <p:nvPr/>
        </p:nvSpPr>
        <p:spPr>
          <a:xfrm>
            <a:off x="8131176" y="2318038"/>
            <a:ext cx="3482700" cy="3847500"/>
          </a:xfrm>
          <a:prstGeom prst="roundRect">
            <a:avLst>
              <a:gd fmla="val 41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4"/>
          <p:cNvSpPr/>
          <p:nvPr>
            <p:ph idx="2" type="pic"/>
          </p:nvPr>
        </p:nvSpPr>
        <p:spPr>
          <a:xfrm>
            <a:off x="879482" y="254793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74"/>
          <p:cNvSpPr/>
          <p:nvPr>
            <p:ph idx="3" type="pic"/>
          </p:nvPr>
        </p:nvSpPr>
        <p:spPr>
          <a:xfrm>
            <a:off x="4649509" y="254793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74"/>
          <p:cNvSpPr/>
          <p:nvPr>
            <p:ph idx="4" type="pic"/>
          </p:nvPr>
        </p:nvSpPr>
        <p:spPr>
          <a:xfrm>
            <a:off x="8419535" y="254793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74"/>
          <p:cNvSpPr txBox="1"/>
          <p:nvPr>
            <p:ph idx="1" type="subTitle"/>
          </p:nvPr>
        </p:nvSpPr>
        <p:spPr>
          <a:xfrm>
            <a:off x="879482" y="4061618"/>
            <a:ext cx="28935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9" name="Google Shape;209;p74"/>
          <p:cNvSpPr txBox="1"/>
          <p:nvPr>
            <p:ph idx="5" type="body"/>
          </p:nvPr>
        </p:nvSpPr>
        <p:spPr>
          <a:xfrm>
            <a:off x="4649508" y="4059936"/>
            <a:ext cx="2868000" cy="17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74"/>
          <p:cNvSpPr txBox="1"/>
          <p:nvPr>
            <p:ph idx="6" type="body"/>
          </p:nvPr>
        </p:nvSpPr>
        <p:spPr>
          <a:xfrm>
            <a:off x="8419534" y="4059936"/>
            <a:ext cx="2868000" cy="17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74"/>
          <p:cNvSpPr txBox="1"/>
          <p:nvPr>
            <p:ph idx="7" type="body"/>
          </p:nvPr>
        </p:nvSpPr>
        <p:spPr>
          <a:xfrm>
            <a:off x="879482" y="3333381"/>
            <a:ext cx="2868059" cy="487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SemiBold"/>
              <a:buNone/>
              <a:defRPr sz="16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12" name="Google Shape;212;p74"/>
          <p:cNvSpPr txBox="1"/>
          <p:nvPr>
            <p:ph idx="8" type="body"/>
          </p:nvPr>
        </p:nvSpPr>
        <p:spPr>
          <a:xfrm>
            <a:off x="4649509" y="3333381"/>
            <a:ext cx="28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SemiBold"/>
              <a:buNone/>
              <a:defRPr sz="16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13" name="Google Shape;213;p74"/>
          <p:cNvSpPr txBox="1"/>
          <p:nvPr>
            <p:ph idx="9" type="body"/>
          </p:nvPr>
        </p:nvSpPr>
        <p:spPr>
          <a:xfrm>
            <a:off x="8419535" y="3333381"/>
            <a:ext cx="28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SemiBold"/>
              <a:buNone/>
              <a:defRPr sz="16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14" name="Google Shape;214;p74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карточки иконки 1">
  <p:cSld name="4 карточки с иконками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84d08330cf_0_162"/>
          <p:cNvSpPr/>
          <p:nvPr/>
        </p:nvSpPr>
        <p:spPr>
          <a:xfrm>
            <a:off x="587375" y="2318038"/>
            <a:ext cx="5372952" cy="1804964"/>
          </a:xfrm>
          <a:prstGeom prst="roundRect">
            <a:avLst>
              <a:gd fmla="val 93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284d08330cf_0_162"/>
          <p:cNvSpPr/>
          <p:nvPr/>
        </p:nvSpPr>
        <p:spPr>
          <a:xfrm>
            <a:off x="587375" y="4364287"/>
            <a:ext cx="5372952" cy="1804964"/>
          </a:xfrm>
          <a:prstGeom prst="roundRect">
            <a:avLst>
              <a:gd fmla="val 93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284d08330cf_0_162"/>
          <p:cNvSpPr/>
          <p:nvPr/>
        </p:nvSpPr>
        <p:spPr>
          <a:xfrm>
            <a:off x="6235467" y="2318038"/>
            <a:ext cx="5372952" cy="1804964"/>
          </a:xfrm>
          <a:prstGeom prst="roundRect">
            <a:avLst>
              <a:gd fmla="val 93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284d08330cf_0_162"/>
          <p:cNvSpPr/>
          <p:nvPr/>
        </p:nvSpPr>
        <p:spPr>
          <a:xfrm>
            <a:off x="6235467" y="4364287"/>
            <a:ext cx="5372952" cy="1804964"/>
          </a:xfrm>
          <a:prstGeom prst="roundRect">
            <a:avLst>
              <a:gd fmla="val 937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284d08330cf_0_16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21" name="Google Shape;221;g284d08330cf_0_162"/>
          <p:cNvSpPr txBox="1"/>
          <p:nvPr>
            <p:ph idx="1" type="subTitle"/>
          </p:nvPr>
        </p:nvSpPr>
        <p:spPr>
          <a:xfrm>
            <a:off x="1753849" y="2528888"/>
            <a:ext cx="3851999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2" name="Google Shape;222;g284d08330cf_0_162"/>
          <p:cNvSpPr txBox="1"/>
          <p:nvPr>
            <p:ph idx="2" type="body"/>
          </p:nvPr>
        </p:nvSpPr>
        <p:spPr>
          <a:xfrm>
            <a:off x="7397645" y="2536669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3" name="Google Shape;223;g284d08330cf_0_162"/>
          <p:cNvSpPr txBox="1"/>
          <p:nvPr>
            <p:ph idx="3" type="body"/>
          </p:nvPr>
        </p:nvSpPr>
        <p:spPr>
          <a:xfrm>
            <a:off x="7397645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4" name="Google Shape;224;g284d08330cf_0_162"/>
          <p:cNvSpPr txBox="1"/>
          <p:nvPr>
            <p:ph idx="4" type="body"/>
          </p:nvPr>
        </p:nvSpPr>
        <p:spPr>
          <a:xfrm>
            <a:off x="1753849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5" name="Google Shape;225;g284d08330cf_0_162"/>
          <p:cNvSpPr/>
          <p:nvPr>
            <p:ph idx="5" type="pic"/>
          </p:nvPr>
        </p:nvSpPr>
        <p:spPr>
          <a:xfrm>
            <a:off x="879482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g284d08330cf_0_162"/>
          <p:cNvSpPr/>
          <p:nvPr>
            <p:ph idx="6" type="pic"/>
          </p:nvPr>
        </p:nvSpPr>
        <p:spPr>
          <a:xfrm>
            <a:off x="879482" y="458254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g284d08330cf_0_162"/>
          <p:cNvSpPr/>
          <p:nvPr>
            <p:ph idx="7" type="pic"/>
          </p:nvPr>
        </p:nvSpPr>
        <p:spPr>
          <a:xfrm>
            <a:off x="6523279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g284d08330cf_0_162"/>
          <p:cNvSpPr/>
          <p:nvPr>
            <p:ph idx="8" type="pic"/>
          </p:nvPr>
        </p:nvSpPr>
        <p:spPr>
          <a:xfrm>
            <a:off x="6523279" y="4590035"/>
            <a:ext cx="540000" cy="54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карточек">
  <p:cSld name="5 карточек с иконками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5"/>
          <p:cNvSpPr/>
          <p:nvPr/>
        </p:nvSpPr>
        <p:spPr>
          <a:xfrm>
            <a:off x="587375" y="2314322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5"/>
          <p:cNvSpPr/>
          <p:nvPr/>
        </p:nvSpPr>
        <p:spPr>
          <a:xfrm>
            <a:off x="8115814" y="2314322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5"/>
          <p:cNvSpPr/>
          <p:nvPr/>
        </p:nvSpPr>
        <p:spPr>
          <a:xfrm>
            <a:off x="8115814" y="4389065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5"/>
          <p:cNvSpPr/>
          <p:nvPr/>
        </p:nvSpPr>
        <p:spPr>
          <a:xfrm>
            <a:off x="587375" y="4389065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5"/>
          <p:cNvSpPr/>
          <p:nvPr/>
        </p:nvSpPr>
        <p:spPr>
          <a:xfrm>
            <a:off x="4352181" y="2314322"/>
            <a:ext cx="3489512" cy="3851528"/>
          </a:xfrm>
          <a:prstGeom prst="roundRect">
            <a:avLst>
              <a:gd fmla="val 436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5"/>
          <p:cNvSpPr txBox="1"/>
          <p:nvPr>
            <p:ph type="title"/>
          </p:nvPr>
        </p:nvSpPr>
        <p:spPr>
          <a:xfrm>
            <a:off x="587375" y="584200"/>
            <a:ext cx="1101724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36" name="Google Shape;236;p75"/>
          <p:cNvSpPr txBox="1"/>
          <p:nvPr>
            <p:ph idx="1" type="body"/>
          </p:nvPr>
        </p:nvSpPr>
        <p:spPr>
          <a:xfrm>
            <a:off x="879481" y="5310750"/>
            <a:ext cx="2827200" cy="57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75"/>
          <p:cNvSpPr txBox="1"/>
          <p:nvPr>
            <p:ph idx="2" type="body"/>
          </p:nvPr>
        </p:nvSpPr>
        <p:spPr>
          <a:xfrm>
            <a:off x="8329593" y="5310750"/>
            <a:ext cx="2844000" cy="57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" name="Google Shape;238;p75"/>
          <p:cNvSpPr txBox="1"/>
          <p:nvPr>
            <p:ph idx="3" type="body"/>
          </p:nvPr>
        </p:nvSpPr>
        <p:spPr>
          <a:xfrm>
            <a:off x="4612033" y="3270225"/>
            <a:ext cx="2844000" cy="26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75"/>
          <p:cNvSpPr txBox="1"/>
          <p:nvPr>
            <p:ph idx="4" type="body"/>
          </p:nvPr>
        </p:nvSpPr>
        <p:spPr>
          <a:xfrm>
            <a:off x="8329592" y="3270225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" name="Google Shape;240;p75"/>
          <p:cNvSpPr/>
          <p:nvPr>
            <p:ph idx="5" type="pic"/>
          </p:nvPr>
        </p:nvSpPr>
        <p:spPr>
          <a:xfrm>
            <a:off x="879482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75"/>
          <p:cNvSpPr/>
          <p:nvPr>
            <p:ph idx="6" type="pic"/>
          </p:nvPr>
        </p:nvSpPr>
        <p:spPr>
          <a:xfrm>
            <a:off x="879482" y="459753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75"/>
          <p:cNvSpPr/>
          <p:nvPr>
            <p:ph idx="7" type="pic"/>
          </p:nvPr>
        </p:nvSpPr>
        <p:spPr>
          <a:xfrm>
            <a:off x="4612033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75"/>
          <p:cNvSpPr/>
          <p:nvPr>
            <p:ph idx="8" type="pic"/>
          </p:nvPr>
        </p:nvSpPr>
        <p:spPr>
          <a:xfrm>
            <a:off x="8329594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75"/>
          <p:cNvSpPr/>
          <p:nvPr>
            <p:ph idx="9" type="pic"/>
          </p:nvPr>
        </p:nvSpPr>
        <p:spPr>
          <a:xfrm>
            <a:off x="8329594" y="459753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75"/>
          <p:cNvSpPr txBox="1"/>
          <p:nvPr>
            <p:ph idx="13" type="body"/>
          </p:nvPr>
        </p:nvSpPr>
        <p:spPr>
          <a:xfrm>
            <a:off x="879481" y="3261944"/>
            <a:ext cx="2827200" cy="57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карточек 1">
  <p:cSld name="6 карточек с иконками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84d08330cf_0_50"/>
          <p:cNvSpPr/>
          <p:nvPr/>
        </p:nvSpPr>
        <p:spPr>
          <a:xfrm>
            <a:off x="587375" y="2314322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284d08330cf_0_50"/>
          <p:cNvSpPr/>
          <p:nvPr/>
        </p:nvSpPr>
        <p:spPr>
          <a:xfrm>
            <a:off x="4352181" y="4389065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284d08330cf_0_50"/>
          <p:cNvSpPr/>
          <p:nvPr/>
        </p:nvSpPr>
        <p:spPr>
          <a:xfrm>
            <a:off x="8115814" y="2314322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284d08330cf_0_50"/>
          <p:cNvSpPr/>
          <p:nvPr/>
        </p:nvSpPr>
        <p:spPr>
          <a:xfrm>
            <a:off x="8115814" y="4389065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284d08330cf_0_50"/>
          <p:cNvSpPr/>
          <p:nvPr/>
        </p:nvSpPr>
        <p:spPr>
          <a:xfrm>
            <a:off x="587375" y="4389065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284d08330cf_0_50"/>
          <p:cNvSpPr/>
          <p:nvPr/>
        </p:nvSpPr>
        <p:spPr>
          <a:xfrm>
            <a:off x="4352181" y="2314322"/>
            <a:ext cx="3489512" cy="1784757"/>
          </a:xfrm>
          <a:prstGeom prst="roundRect">
            <a:avLst>
              <a:gd fmla="val 924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284d08330cf_0_50"/>
          <p:cNvSpPr/>
          <p:nvPr>
            <p:ph idx="2" type="pic"/>
          </p:nvPr>
        </p:nvSpPr>
        <p:spPr>
          <a:xfrm>
            <a:off x="879482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g284d08330cf_0_50"/>
          <p:cNvSpPr/>
          <p:nvPr>
            <p:ph idx="3" type="pic"/>
          </p:nvPr>
        </p:nvSpPr>
        <p:spPr>
          <a:xfrm>
            <a:off x="4612033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g284d08330cf_0_50"/>
          <p:cNvSpPr/>
          <p:nvPr>
            <p:ph idx="4" type="pic"/>
          </p:nvPr>
        </p:nvSpPr>
        <p:spPr>
          <a:xfrm>
            <a:off x="8329594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g284d08330cf_0_50"/>
          <p:cNvSpPr txBox="1"/>
          <p:nvPr>
            <p:ph idx="1" type="body"/>
          </p:nvPr>
        </p:nvSpPr>
        <p:spPr>
          <a:xfrm>
            <a:off x="8329592" y="3270225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g284d08330cf_0_50"/>
          <p:cNvSpPr txBox="1"/>
          <p:nvPr>
            <p:ph idx="5" type="body"/>
          </p:nvPr>
        </p:nvSpPr>
        <p:spPr>
          <a:xfrm>
            <a:off x="4612031" y="3270225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g284d08330cf_0_50"/>
          <p:cNvSpPr/>
          <p:nvPr>
            <p:ph idx="6" type="pic"/>
          </p:nvPr>
        </p:nvSpPr>
        <p:spPr>
          <a:xfrm>
            <a:off x="879482" y="459753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g284d08330cf_0_50"/>
          <p:cNvSpPr/>
          <p:nvPr>
            <p:ph idx="7" type="pic"/>
          </p:nvPr>
        </p:nvSpPr>
        <p:spPr>
          <a:xfrm>
            <a:off x="4612033" y="459753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g284d08330cf_0_50"/>
          <p:cNvSpPr/>
          <p:nvPr>
            <p:ph idx="8" type="pic"/>
          </p:nvPr>
        </p:nvSpPr>
        <p:spPr>
          <a:xfrm>
            <a:off x="8329594" y="459753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g284d08330cf_0_50"/>
          <p:cNvSpPr txBox="1"/>
          <p:nvPr>
            <p:ph idx="9" type="body"/>
          </p:nvPr>
        </p:nvSpPr>
        <p:spPr>
          <a:xfrm>
            <a:off x="8329592" y="5311436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2" name="Google Shape;262;g284d08330cf_0_50"/>
          <p:cNvSpPr txBox="1"/>
          <p:nvPr>
            <p:ph idx="13" type="body"/>
          </p:nvPr>
        </p:nvSpPr>
        <p:spPr>
          <a:xfrm>
            <a:off x="879480" y="5311436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g284d08330cf_0_50"/>
          <p:cNvSpPr txBox="1"/>
          <p:nvPr>
            <p:ph idx="14" type="body"/>
          </p:nvPr>
        </p:nvSpPr>
        <p:spPr>
          <a:xfrm>
            <a:off x="4612031" y="5311436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4" name="Google Shape;264;g284d08330cf_0_50"/>
          <p:cNvSpPr txBox="1"/>
          <p:nvPr>
            <p:ph idx="15" type="body"/>
          </p:nvPr>
        </p:nvSpPr>
        <p:spPr>
          <a:xfrm>
            <a:off x="879481" y="3261944"/>
            <a:ext cx="2827200" cy="57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5" name="Google Shape;265;g284d08330cf_0_50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 qr">
  <p:cSld name="Финальный слайд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870f9e6fac_0_71"/>
          <p:cNvSpPr/>
          <p:nvPr/>
        </p:nvSpPr>
        <p:spPr>
          <a:xfrm>
            <a:off x="7997251" y="586452"/>
            <a:ext cx="3600000" cy="3600000"/>
          </a:xfrm>
          <a:prstGeom prst="roundRect">
            <a:avLst>
              <a:gd fmla="val 839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logica Light"/>
              <a:ea typeface="Geologica Light"/>
              <a:cs typeface="Geologica Light"/>
              <a:sym typeface="Geologica Light"/>
            </a:endParaRPr>
          </a:p>
        </p:txBody>
      </p:sp>
      <p:sp>
        <p:nvSpPr>
          <p:cNvPr id="268" name="Google Shape;268;g2870f9e6fac_0_71"/>
          <p:cNvSpPr txBox="1"/>
          <p:nvPr>
            <p:ph idx="1" type="body"/>
          </p:nvPr>
        </p:nvSpPr>
        <p:spPr>
          <a:xfrm>
            <a:off x="587375" y="4171415"/>
            <a:ext cx="6531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g2870f9e6fac_0_71"/>
          <p:cNvSpPr txBox="1"/>
          <p:nvPr>
            <p:ph type="title"/>
          </p:nvPr>
        </p:nvSpPr>
        <p:spPr>
          <a:xfrm>
            <a:off x="587376" y="586452"/>
            <a:ext cx="6531000" cy="28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70" name="Google Shape;270;g2870f9e6fac_0_71"/>
          <p:cNvSpPr txBox="1"/>
          <p:nvPr>
            <p:ph idx="2" type="body"/>
          </p:nvPr>
        </p:nvSpPr>
        <p:spPr>
          <a:xfrm>
            <a:off x="8183217" y="5870781"/>
            <a:ext cx="3421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1" name="Google Shape;271;g2870f9e6fac_0_71"/>
          <p:cNvSpPr/>
          <p:nvPr>
            <p:ph idx="3" type="pic"/>
          </p:nvPr>
        </p:nvSpPr>
        <p:spPr>
          <a:xfrm>
            <a:off x="8192551" y="781752"/>
            <a:ext cx="3209400" cy="3209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72" name="Google Shape;272;g2870f9e6fac_0_71"/>
          <p:cNvSpPr txBox="1"/>
          <p:nvPr>
            <p:ph idx="4" type="body"/>
          </p:nvPr>
        </p:nvSpPr>
        <p:spPr>
          <a:xfrm>
            <a:off x="594748" y="4598572"/>
            <a:ext cx="6523627" cy="675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73" name="Google Shape;273;g2870f9e6fac_0_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22052"/>
            <a:ext cx="1130919" cy="299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+скриншот">
  <p:cSld name="Заголовок+скриншот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1"/>
          <p:cNvSpPr/>
          <p:nvPr>
            <p:ph idx="2" type="pic"/>
          </p:nvPr>
        </p:nvSpPr>
        <p:spPr>
          <a:xfrm>
            <a:off x="587375" y="2020957"/>
            <a:ext cx="11017251" cy="4144893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81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ноформатные скрины">
  <p:cSld name="Разноформатные скрины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4"/>
          <p:cNvSpPr/>
          <p:nvPr>
            <p:ph idx="2" type="pic"/>
          </p:nvPr>
        </p:nvSpPr>
        <p:spPr>
          <a:xfrm>
            <a:off x="7004304" y="584200"/>
            <a:ext cx="4600320" cy="5581650"/>
          </a:xfrm>
          <a:prstGeom prst="roundRect">
            <a:avLst>
              <a:gd fmla="val 3731" name="adj"/>
            </a:avLst>
          </a:prstGeom>
          <a:solidFill>
            <a:schemeClr val="lt1"/>
          </a:solidFill>
          <a:ln cap="flat" cmpd="sng" w="19050">
            <a:solidFill>
              <a:schemeClr val="dk1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317500" rotWithShape="0" algn="ctr" dir="5400000" dist="63500">
              <a:srgbClr val="FDFFFD">
                <a:alpha val="20000"/>
              </a:srgbClr>
            </a:outerShdw>
          </a:effectLst>
        </p:spPr>
      </p:sp>
      <p:sp>
        <p:nvSpPr>
          <p:cNvPr id="279" name="Google Shape;279;p104"/>
          <p:cNvSpPr/>
          <p:nvPr>
            <p:ph idx="3" type="pic"/>
          </p:nvPr>
        </p:nvSpPr>
        <p:spPr>
          <a:xfrm>
            <a:off x="587374" y="584200"/>
            <a:ext cx="6069458" cy="3603752"/>
          </a:xfrm>
          <a:prstGeom prst="roundRect">
            <a:avLst>
              <a:gd fmla="val 5374" name="adj"/>
            </a:avLst>
          </a:prstGeom>
          <a:solidFill>
            <a:schemeClr val="lt1"/>
          </a:solidFill>
          <a:ln cap="flat" cmpd="sng" w="19050">
            <a:solidFill>
              <a:schemeClr val="dk1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317500" rotWithShape="0" algn="ctr" dir="5400000" dist="63500">
              <a:srgbClr val="FDFFFD">
                <a:alpha val="20000"/>
              </a:srgbClr>
            </a:outerShdw>
          </a:effectLst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тезиса на слайде">
  <p:cSld name="2 тезиса на слайде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4"/>
          <p:cNvSpPr txBox="1"/>
          <p:nvPr>
            <p:ph idx="1" type="body"/>
          </p:nvPr>
        </p:nvSpPr>
        <p:spPr>
          <a:xfrm>
            <a:off x="587375" y="1115711"/>
            <a:ext cx="6943247" cy="1588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2" name="Google Shape;282;p54"/>
          <p:cNvSpPr txBox="1"/>
          <p:nvPr>
            <p:ph idx="2" type="body"/>
          </p:nvPr>
        </p:nvSpPr>
        <p:spPr>
          <a:xfrm>
            <a:off x="4663429" y="3429000"/>
            <a:ext cx="6943247" cy="1588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 фото вертик">
  <p:cSld name="1_ фото вертик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8"/>
          <p:cNvSpPr txBox="1"/>
          <p:nvPr>
            <p:ph idx="1" type="body"/>
          </p:nvPr>
        </p:nvSpPr>
        <p:spPr>
          <a:xfrm>
            <a:off x="587376" y="2528888"/>
            <a:ext cx="7127874" cy="3621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" name="Google Shape;285;p68"/>
          <p:cNvSpPr txBox="1"/>
          <p:nvPr>
            <p:ph type="title"/>
          </p:nvPr>
        </p:nvSpPr>
        <p:spPr>
          <a:xfrm>
            <a:off x="587376" y="584200"/>
            <a:ext cx="7127874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86" name="Google Shape;286;p68"/>
          <p:cNvSpPr/>
          <p:nvPr>
            <p:ph idx="2" type="pic"/>
          </p:nvPr>
        </p:nvSpPr>
        <p:spPr>
          <a:xfrm>
            <a:off x="8112626" y="58720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ото 1 1">
  <p:cSld name="2 фото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84d08330cf_0_20"/>
          <p:cNvSpPr/>
          <p:nvPr>
            <p:ph idx="2" type="pic"/>
          </p:nvPr>
        </p:nvSpPr>
        <p:spPr>
          <a:xfrm>
            <a:off x="8112626" y="58720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9" name="Google Shape;289;g284d08330cf_0_20"/>
          <p:cNvSpPr/>
          <p:nvPr>
            <p:ph idx="3" type="pic"/>
          </p:nvPr>
        </p:nvSpPr>
        <p:spPr>
          <a:xfrm>
            <a:off x="587375" y="587376"/>
            <a:ext cx="723884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 в 3 колонки">
  <p:cSld name="Заголовок + текст в 3 колонки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3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92" name="Google Shape;292;p83"/>
          <p:cNvSpPr txBox="1"/>
          <p:nvPr>
            <p:ph idx="1" type="body"/>
          </p:nvPr>
        </p:nvSpPr>
        <p:spPr>
          <a:xfrm>
            <a:off x="4195798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3" name="Google Shape;293;p83"/>
          <p:cNvSpPr txBox="1"/>
          <p:nvPr>
            <p:ph idx="2" type="body"/>
          </p:nvPr>
        </p:nvSpPr>
        <p:spPr>
          <a:xfrm>
            <a:off x="779310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p83"/>
          <p:cNvSpPr txBox="1"/>
          <p:nvPr>
            <p:ph idx="3" type="body"/>
          </p:nvPr>
        </p:nvSpPr>
        <p:spPr>
          <a:xfrm>
            <a:off x="58632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фактов 1">
  <p:cSld name="5 фактов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a462c06d0_0_610"/>
          <p:cNvSpPr txBox="1"/>
          <p:nvPr>
            <p:ph idx="1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7" name="Google Shape;297;g35a462c06d0_0_610"/>
          <p:cNvSpPr txBox="1"/>
          <p:nvPr>
            <p:ph idx="2" type="body"/>
          </p:nvPr>
        </p:nvSpPr>
        <p:spPr>
          <a:xfrm>
            <a:off x="8148863" y="1382737"/>
            <a:ext cx="648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98" name="Google Shape;298;g35a462c06d0_0_610"/>
          <p:cNvSpPr txBox="1"/>
          <p:nvPr>
            <p:ph type="title"/>
          </p:nvPr>
        </p:nvSpPr>
        <p:spPr>
          <a:xfrm>
            <a:off x="587375" y="584200"/>
            <a:ext cx="11017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99" name="Google Shape;299;g35a462c06d0_0_610"/>
          <p:cNvSpPr txBox="1"/>
          <p:nvPr>
            <p:ph idx="3" type="body"/>
          </p:nvPr>
        </p:nvSpPr>
        <p:spPr>
          <a:xfrm>
            <a:off x="58601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0" name="Google Shape;300;g35a462c06d0_0_610"/>
          <p:cNvSpPr txBox="1"/>
          <p:nvPr>
            <p:ph idx="4" type="body"/>
          </p:nvPr>
        </p:nvSpPr>
        <p:spPr>
          <a:xfrm>
            <a:off x="586013" y="1382737"/>
            <a:ext cx="648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301" name="Google Shape;301;g35a462c06d0_0_610"/>
          <p:cNvSpPr txBox="1"/>
          <p:nvPr>
            <p:ph idx="5" type="body"/>
          </p:nvPr>
        </p:nvSpPr>
        <p:spPr>
          <a:xfrm>
            <a:off x="58601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2" name="Google Shape;302;g35a462c06d0_0_610"/>
          <p:cNvSpPr txBox="1"/>
          <p:nvPr>
            <p:ph idx="6" type="body"/>
          </p:nvPr>
        </p:nvSpPr>
        <p:spPr>
          <a:xfrm>
            <a:off x="586013" y="3809879"/>
            <a:ext cx="648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 SemiBold"/>
              <a:buNone/>
              <a:defRPr sz="6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SemiBold"/>
              <a:buChar char="⏤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SemiBold"/>
              <a:buChar char="•"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303" name="Google Shape;303;g35a462c06d0_0_610"/>
          <p:cNvSpPr txBox="1"/>
          <p:nvPr>
            <p:ph idx="7" type="body"/>
          </p:nvPr>
        </p:nvSpPr>
        <p:spPr>
          <a:xfrm>
            <a:off x="43769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4" name="Google Shape;304;g35a462c06d0_0_610"/>
          <p:cNvSpPr txBox="1"/>
          <p:nvPr>
            <p:ph idx="8" type="body"/>
          </p:nvPr>
        </p:nvSpPr>
        <p:spPr>
          <a:xfrm>
            <a:off x="4376962" y="1382737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5" name="Google Shape;305;g35a462c06d0_0_610"/>
          <p:cNvSpPr txBox="1"/>
          <p:nvPr>
            <p:ph idx="9" type="body"/>
          </p:nvPr>
        </p:nvSpPr>
        <p:spPr>
          <a:xfrm>
            <a:off x="43769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6" name="Google Shape;306;g35a462c06d0_0_610"/>
          <p:cNvSpPr txBox="1"/>
          <p:nvPr>
            <p:ph idx="13" type="body"/>
          </p:nvPr>
        </p:nvSpPr>
        <p:spPr>
          <a:xfrm>
            <a:off x="4376962" y="3809879"/>
            <a:ext cx="32400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1"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⏤"/>
              <a:defRPr b="1"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/>
          <p:nvPr>
            <p:ph type="title"/>
          </p:nvPr>
        </p:nvSpPr>
        <p:spPr>
          <a:xfrm>
            <a:off x="587375" y="584200"/>
            <a:ext cx="11017249" cy="1106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b="1" i="0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8"/>
          <p:cNvSpPr txBox="1"/>
          <p:nvPr>
            <p:ph idx="1" type="body"/>
          </p:nvPr>
        </p:nvSpPr>
        <p:spPr>
          <a:xfrm>
            <a:off x="587375" y="1825625"/>
            <a:ext cx="11017249" cy="434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⏤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⏤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⏤"/>
              <a:defRPr b="0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48"/>
          <p:cNvSpPr txBox="1"/>
          <p:nvPr>
            <p:ph idx="10" type="dt"/>
          </p:nvPr>
        </p:nvSpPr>
        <p:spPr>
          <a:xfrm>
            <a:off x="58737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48"/>
          <p:cNvSpPr txBox="1"/>
          <p:nvPr>
            <p:ph idx="12" type="sldNum"/>
          </p:nvPr>
        </p:nvSpPr>
        <p:spPr>
          <a:xfrm>
            <a:off x="886142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8">
          <p15:clr>
            <a:srgbClr val="F26B43"/>
          </p15:clr>
        </p15:guide>
        <p15:guide id="2" pos="370">
          <p15:clr>
            <a:srgbClr val="F26B43"/>
          </p15:clr>
        </p15:guide>
        <p15:guide id="3" pos="7310">
          <p15:clr>
            <a:srgbClr val="F26B43"/>
          </p15:clr>
        </p15:guide>
        <p15:guide id="4" orient="horz" pos="388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800" y="720000"/>
            <a:ext cx="360000" cy="360000"/>
          </a:xfrm>
          <a:prstGeom prst="roundRect">
            <a:avLst>
              <a:gd name="adj" fmla="val 30000"/>
            </a:avLst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4800" y="737999"/>
            <a:ext cx="288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Montserrat"/>
              </a:rPr>
              <a:t>Контур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800" y="1620000"/>
            <a:ext cx="110196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91FF"/>
                </a:solidFill>
                <a:latin typeface="Montserrat"/>
              </a:rPr>
              <a:t>КВАРТАЛЬНЫЙ ОТЧЁТ ПО ПРОДАЖАМ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800" y="1944000"/>
            <a:ext cx="110196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000000"/>
                </a:solidFill>
                <a:latin typeface="Montserrat"/>
              </a:rPr>
              <a:t>Итоги Q1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800" y="3960000"/>
            <a:ext cx="110196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6573"/>
                </a:solidFill>
                <a:latin typeface="Montserrat"/>
              </a:rPr>
              <a:t>Розница · Общепит · Кассы · ОФД · Маркет · Контекстная реклама · прогноз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800" y="4932000"/>
            <a:ext cx="25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A6573"/>
                </a:solidFill>
                <a:latin typeface="Montserrat"/>
              </a:rPr>
              <a:t>Период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800" y="5184000"/>
            <a:ext cx="259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Montserrat"/>
              </a:rPr>
              <a:t>Q1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2800" y="4932000"/>
            <a:ext cx="25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A6573"/>
                </a:solidFill>
                <a:latin typeface="Montserrat"/>
              </a:rPr>
              <a:t>Сравнение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2800" y="5184000"/>
            <a:ext cx="259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Montserrat"/>
              </a:rPr>
              <a:t>Q4 2025 · Q1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8800" y="4932000"/>
            <a:ext cx="25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A6573"/>
                </a:solidFill>
                <a:latin typeface="Montserrat"/>
              </a:rPr>
              <a:t>Выручка факт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8800" y="5184000"/>
            <a:ext cx="259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Montserrat"/>
              </a:rPr>
              <a:t>68,2 млн 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4799" y="4932000"/>
            <a:ext cx="259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A6573"/>
                </a:solidFill>
                <a:latin typeface="Montserrat"/>
              </a:rPr>
              <a:t>Выполнение плана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4799" y="5184000"/>
            <a:ext cx="259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Montserrat"/>
              </a:rPr>
              <a:t>92%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Контур · продажи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ОБЗОР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Ключевые метрики квартала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8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Выручка факт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68,2 млн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8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61429"/>
                </a:solidFill>
                <a:latin typeface="Montserrat"/>
              </a:rPr>
              <a:t>92% от плана 74,6 млн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77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7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Кол-во оплат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7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6 859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7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план 6 773 · 101%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86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66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Средний чек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66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9,9 тыс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66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факт / кол-во оплат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95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75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Недобор к плану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75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−6,3 млн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75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61429"/>
                </a:solidFill>
                <a:latin typeface="Montserrat"/>
              </a:rPr>
              <a:t>в основном март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Царь свод (план-факт) + Царь продажи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ПОМЕСЯЧНАЯ ДИНАМИКА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Бизнес-юнит: план и факт по месяцам, млн 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6800" y="1800000"/>
          <a:ext cx="11019600" cy="140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03920"/>
                <a:gridCol w="2203920"/>
                <a:gridCol w="2203920"/>
                <a:gridCol w="2203920"/>
                <a:gridCol w="220392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Месяц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План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Факт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% выполнения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Оплат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Январь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22,33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21,12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95%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2 123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Февраль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24,75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23,69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96%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2 510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Март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27,47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23,42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85%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2 226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Итого Q1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74,56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68,23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92%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6 859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Царь свод все разрезы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53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33200" y="180000"/>
            <a:ext cx="3600000" cy="28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0" b="1" i="0">
                <a:solidFill>
                  <a:srgbClr val="244486"/>
                </a:solidFill>
                <a:latin typeface="Montserra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2232000"/>
            <a:ext cx="110196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FC4FF"/>
                </a:solidFill>
                <a:latin typeface="Montserrat"/>
              </a:rPr>
              <a:t>РАЗДЕЛ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800" y="2592000"/>
            <a:ext cx="936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Montserrat"/>
              </a:rPr>
              <a:t>Направления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800" y="4860000"/>
            <a:ext cx="936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BF5"/>
                </a:solidFill>
                <a:latin typeface="Montserrat"/>
              </a:rPr>
              <a:t>Розница · Общепит · Кассы · ОФД — выручка, динамика QoQ/YoY и ключевые тарифы.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БИЗНЕС-ЮНИТ · ПЛАН / ФАКТ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Q1 2026 по направлениям · план 74,6 → факт 68,2 млн (92%)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6800" y="1800000"/>
          <a:ext cx="11019600" cy="140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54900"/>
                <a:gridCol w="1836600"/>
                <a:gridCol w="918300"/>
                <a:gridCol w="55098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Направление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Факт Q1, млн ₽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Доля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Ключевая динамика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Розница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~32,5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48%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Оптим. Розница +9% QoQ; Премиум −42% YoY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Кассы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~22,2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33%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Перерег. ККТ +48% YoY; Терминал +29% QoQ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Общепит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~12,8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19%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Оптим. Общепит +44% QoQ — растёт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 (срез)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11,7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+4,2% QoQ, но −4,9% YoY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Царь свод + Царь продажи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НАПРАВЛЕНИЕ · РОЗНИЦА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Розница · ~32,5 млн ₽ (48% БЮ)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6800" y="1800000"/>
          <a:ext cx="11019600" cy="168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36600"/>
                <a:gridCol w="1836600"/>
                <a:gridCol w="1836600"/>
                <a:gridCol w="1836600"/>
                <a:gridCol w="1836600"/>
                <a:gridCol w="18366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Тариф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2025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Q4 2025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2026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QoQ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YoY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Оптимальный Розница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7,13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6,13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6,66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+9%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−7%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Все госсистемы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3,97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3,80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3,47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−9%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−13%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Базовый Розница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1,89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1,59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1,41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−11%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−25%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Премиум Розница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1,64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1,13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0,95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−16%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−42%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Маркировка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1,39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3,26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1,86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−43%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+34%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Царь продажи · БЮ = Госсистемы для розницы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НАПРАВЛЕНИЕ · ОБЩЕПИТ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Общепит · ~12,8 млн ₽ (19% БЮ) · растёт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6800" y="1800000"/>
          <a:ext cx="11019600" cy="112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36600"/>
                <a:gridCol w="1836600"/>
                <a:gridCol w="1836600"/>
                <a:gridCol w="1836600"/>
                <a:gridCol w="1836600"/>
                <a:gridCol w="18366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Тариф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2025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Q4 2025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2026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QoQ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YoY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Оптимальный Общепит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1,20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0,89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+44%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+8%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КМ модификатор ЕГАИС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1,17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0,99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1,09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+10%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−7%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Базовый Общепит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0,49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Царь продажи · БЮ = Госсистемы для общепита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НАПРАВЛЕНИЕ · КАССЫ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Кассы · ~22,2 млн ₽ (33% БЮ) · самое здоровое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6800" y="1800000"/>
          <a:ext cx="11019600" cy="1965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36600"/>
                <a:gridCol w="1836600"/>
                <a:gridCol w="1836600"/>
                <a:gridCol w="1836600"/>
                <a:gridCol w="1836600"/>
                <a:gridCol w="18366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Тариф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2025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Q4 2025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2026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QoQ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YoY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Терминал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2,63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2,14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2,75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+29%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+5%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Модификатор Маркировка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2,46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2,30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2,55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+11%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+4%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Лицензия Атол ИТС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1,39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1,59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+14%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+29%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Перерегистрация ККТ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1,05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1,30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1,56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+20%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+48%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Атол ИТС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1,48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1,00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1,24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+24%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−17%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Сканер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1,21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1,37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1,16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−15%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−5%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Царь продажи · БЮ = Кассовики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НАПРАВЛЕНИЕ · ОФД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ОФД · 11,69 млн ₽ (+4,2% QoQ · −4,9% YoY) · 2 122 оплаты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6800" y="1800000"/>
          <a:ext cx="11019600" cy="140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36600"/>
                <a:gridCol w="1836600"/>
                <a:gridCol w="1836600"/>
                <a:gridCol w="1836600"/>
                <a:gridCol w="1836600"/>
                <a:gridCol w="18366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Тариф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2025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Q4 2025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2026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QoQ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YoY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ОФД-36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4,77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4,79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3,93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−18%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−18%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ОФД-15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4,17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3,00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3,73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+24%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−11%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ОФД-13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2,72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2,73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3,38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+24%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+24%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ОФД-24 и прочие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0,65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Царь продажи · Тариф содержит «ОФД»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ТАРИФЫ · МАРКЕТ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Топ тарифов Маркета: QoQ и YoY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6800" y="1800000"/>
          <a:ext cx="11019600" cy="251999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36600"/>
                <a:gridCol w="1836600"/>
                <a:gridCol w="1836600"/>
                <a:gridCol w="1836600"/>
                <a:gridCol w="1836600"/>
                <a:gridCol w="1836600"/>
              </a:tblGrid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Тариф (Контур.Маркет)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2025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Q4 2025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2026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QoQ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YoY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Оптимальный Розница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7,13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6,13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6,66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+9%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−7%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Все госсистемы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3,97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3,80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3,47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−9%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−13%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Настройка Контур.Маркет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1,59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1,45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2,93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+102%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+85%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Маркировка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1,39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3,26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1,86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−43%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+34%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Базовый Розница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1,89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1,59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1,41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−11%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−25%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Оптимальный Общепит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1,20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0,89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1,29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+44%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+8%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КМ модификатор ЕГАИС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1,17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0,99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1,09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+10%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−7%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Премиум Розница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1,64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1,13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0,95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−16%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−42%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Базовый Услуги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1,04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0,67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0,86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+29%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−18%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Царь продажи · продуктовые тарифы Контур.Маркет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ТАРИФЫ · ОФД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Топ тарифов ОФД: QoQ и YoY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6800" y="1800000"/>
          <a:ext cx="11019600" cy="2246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36600"/>
                <a:gridCol w="1836600"/>
                <a:gridCol w="1836600"/>
                <a:gridCol w="1836600"/>
                <a:gridCol w="1836600"/>
                <a:gridCol w="18366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Тариф (Контур.ОФД)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2025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Q4 2025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2026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QoQ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YoY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ОФД-36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4,77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4,79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3,93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−18%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−18%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ОФД-15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4,17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3,00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3,73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+24%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−11%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ОФД-13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2,72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2,73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3,38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+24%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+24%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ОФД-24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0,46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Код активации ОФД-13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0,10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ОФД-18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0,07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Контур.ОФД-7 дней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0,02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·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Царь продажи · Тариф содержит «ОФД»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ТАРИФЫ · КАССЫ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Топ тарифов Касс: QoQ и YoY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6800" y="1800000"/>
          <a:ext cx="11019600" cy="2246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36600"/>
                <a:gridCol w="1836600"/>
                <a:gridCol w="1836600"/>
                <a:gridCol w="1836600"/>
                <a:gridCol w="1836600"/>
                <a:gridCol w="18366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Тариф (Кассы)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2025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Q4 2025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Q1 2026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QoQ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YoY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Терминал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2,63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2,14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2,75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+29%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+5%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Модификатор Маркировка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2,46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2,30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2,55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+11%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+4%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Лицензия Атол ИТС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1,39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1,59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+14%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+29%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Перерегистрация ККТ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1,05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1,30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1,56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+20%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+48%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Атол ИТС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1,48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1,00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1,24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+24%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−17%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Сертификат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0,86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0,66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1,23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+88%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AD50"/>
                          </a:solidFill>
                          <a:latin typeface="Montserrat"/>
                        </a:rPr>
                        <a:t>+43%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Сканер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1,21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1,37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1,16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−15%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61429"/>
                          </a:solidFill>
                          <a:latin typeface="Montserrat"/>
                        </a:rPr>
                        <a:t>−5%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Царь продажи · БЮ = Кассовики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ФАКТОРЫ КВАРТАЛА · ПОЧЕМУ ТАК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Что двигало результат: успехи и сложности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800" y="1872000"/>
            <a:ext cx="53298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6AD50"/>
                </a:solidFill>
                <a:latin typeface="Montserrat"/>
              </a:rPr>
              <a:t>УСПЕХИ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86800" y="2268000"/>
            <a:ext cx="108000" cy="108000"/>
          </a:xfrm>
          <a:prstGeom prst="rect">
            <a:avLst/>
          </a:prstGeom>
          <a:solidFill>
            <a:srgbClr val="26A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799" y="2160000"/>
            <a:ext cx="5077801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Montserrat"/>
              </a:rPr>
              <a:t>Маркировочные волны: «Маркировка» +34% YoY, спрос толкает продажи.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6800" y="3060000"/>
            <a:ext cx="108000" cy="108000"/>
          </a:xfrm>
          <a:prstGeom prst="rect">
            <a:avLst/>
          </a:prstGeom>
          <a:solidFill>
            <a:srgbClr val="26A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799" y="2952000"/>
            <a:ext cx="5077801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Montserrat"/>
              </a:rPr>
              <a:t>Кросс-продуктовые запуски: «Настройка Контур.Маркет» +102% QoQ / +85% YoY.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6800" y="3852000"/>
            <a:ext cx="108000" cy="108000"/>
          </a:xfrm>
          <a:prstGeom prst="rect">
            <a:avLst/>
          </a:prstGeom>
          <a:solidFill>
            <a:srgbClr val="26A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799" y="3744000"/>
            <a:ext cx="5077801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Montserrat"/>
              </a:rPr>
              <a:t>Кассы — здоровый рост: Перерег. ККТ +48% YoY, Терминал +29% QoQ.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6800" y="4644000"/>
            <a:ext cx="108000" cy="108000"/>
          </a:xfrm>
          <a:prstGeom prst="rect">
            <a:avLst/>
          </a:prstGeom>
          <a:solidFill>
            <a:srgbClr val="26A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799" y="4536000"/>
            <a:ext cx="5077801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Montserrat"/>
              </a:rPr>
              <a:t>«тс ПИОТ»: [добавить суть инициативы и вклад].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6600" y="1872000"/>
            <a:ext cx="53298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61429"/>
                </a:solidFill>
                <a:latin typeface="Montserrat"/>
              </a:rPr>
              <a:t>СЛОЖНОСТИ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6600" y="2268000"/>
            <a:ext cx="108000" cy="108000"/>
          </a:xfrm>
          <a:prstGeom prst="rect">
            <a:avLst/>
          </a:prstGeom>
          <a:solidFill>
            <a:srgbClr val="661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599" y="2160000"/>
            <a:ext cx="5077801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Montserrat"/>
              </a:rPr>
              <a:t>Март провалил план (85%): рост плана до 27,5 млн, факт на уровне февраля.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6600" y="3060000"/>
            <a:ext cx="108000" cy="108000"/>
          </a:xfrm>
          <a:prstGeom prst="rect">
            <a:avLst/>
          </a:prstGeom>
          <a:solidFill>
            <a:srgbClr val="661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599" y="2952000"/>
            <a:ext cx="5077801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Montserrat"/>
              </a:rPr>
              <a:t>Маркет −21% YoY; Премиум/Базовый Розница −42% / −25% YoY.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6600" y="3852000"/>
            <a:ext cx="108000" cy="108000"/>
          </a:xfrm>
          <a:prstGeom prst="rect">
            <a:avLst/>
          </a:prstGeom>
          <a:solidFill>
            <a:srgbClr val="661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599" y="3744000"/>
            <a:ext cx="5077801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Montserrat"/>
              </a:rPr>
              <a:t>ОФД −4,9% YoY; реклама: ROMI ≈ −50%, CPO Маркета 46,8 тыс ₽.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Царь продажи + аудит рекламы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53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33200" y="180000"/>
            <a:ext cx="3600000" cy="28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0" b="1" i="0">
                <a:solidFill>
                  <a:srgbClr val="244486"/>
                </a:solidFill>
                <a:latin typeface="Montserra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2232000"/>
            <a:ext cx="110196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FC4FF"/>
                </a:solidFill>
                <a:latin typeface="Montserrat"/>
              </a:rPr>
              <a:t>РАЗДЕЛ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800" y="2592000"/>
            <a:ext cx="936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Montserrat"/>
              </a:rPr>
              <a:t>Прогноз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800" y="4860000"/>
            <a:ext cx="936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BF5"/>
                </a:solidFill>
                <a:latin typeface="Montserrat"/>
              </a:rPr>
              <a:t>Маркет и ОФД. Ансамбль моделей · сценарии низ/база/верх.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ПРОГНОЗ · ВЫРУЧКА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Маркет — выполнение плана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8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Годовой план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119,0 млн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8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Продукт = Маркет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77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7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Факт за 5 мес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7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44,5 млн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7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61429"/>
                </a:solidFill>
                <a:latin typeface="Montserrat"/>
              </a:rPr>
              <a:t>91% плана периода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86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66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YoY к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66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−21%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66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61429"/>
                </a:solidFill>
                <a:latin typeface="Montserrat"/>
              </a:rPr>
              <a:t>падение спроса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95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75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Прогноз года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75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91%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75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61429"/>
                </a:solidFill>
                <a:latin typeface="Montserrat"/>
              </a:rPr>
              <a:t>108,3 млн · коридор 86–96%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план-факт «Продукт = Маркет» · ансамбль моделей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ПРОГНОЗ · ВЫРУЧКА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Маркет — план / факт / прогноз 2026, млн ₽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6800" y="1800000"/>
          <a:ext cx="11019600" cy="433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ансамбль · pacing темпа YTD = 91%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ПРОГНОЗ · ВЫРУЧКА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ОФД — выполнение плана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8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Годовой план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37,5 млн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8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проект п453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77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7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Факт за 5 мес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7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18,9 млн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7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AD50"/>
                </a:solidFill>
                <a:latin typeface="Montserrat"/>
              </a:rPr>
              <a:t>123% плана периода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86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66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YoY к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66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−16%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66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план консервативен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95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75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Прогноз года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75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115%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75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AD50"/>
                </a:solidFill>
                <a:latin typeface="Montserrat"/>
              </a:rPr>
              <a:t>43,3 млн · коридор 103–124%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план-факт проект п453 · ансамбль моделей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ПРОГНОЗ · ВЫРУЧКА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ОФД — план / факт / прогноз 2026, млн ₽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6800" y="1800000"/>
          <a:ext cx="11019600" cy="433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план-факт проект п453 · ансамбль моделей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ПРОГНОЗ · ЛИДЫ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Прогноз по лидам 2026 (мой расчёт)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8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Маркет — лиды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~16,1 тыс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8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61429"/>
                </a:solidFill>
                <a:latin typeface="Montserrat"/>
              </a:rPr>
              <a:t>нужно ~17,8 тыс · дефицит ~10%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77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7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CR2 лид→оплата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7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36% / 46%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7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Маркет / ОФД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86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66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ОФД — лиды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66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~15,4 тыс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66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AD50"/>
                </a:solidFill>
                <a:latin typeface="Montserrat"/>
              </a:rPr>
              <a:t>минимум ~15,0 тыс · в плане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95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75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Оплаты прогноз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75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5,8 / 7,1 тыс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75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Маркет / ОФД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мой прогноз = оплаты ÷ CR2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53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33200" y="180000"/>
            <a:ext cx="3600000" cy="28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0" b="1" i="0">
                <a:solidFill>
                  <a:srgbClr val="244486"/>
                </a:solidFill>
                <a:latin typeface="Montserrat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2232000"/>
            <a:ext cx="110196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FC4FF"/>
                </a:solidFill>
                <a:latin typeface="Montserrat"/>
              </a:rPr>
              <a:t>РАЗДЕЛ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800" y="2592000"/>
            <a:ext cx="936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Montserrat"/>
              </a:rPr>
              <a:t>Контекстная реклама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800" y="4860000"/>
            <a:ext cx="936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BF5"/>
                </a:solidFill>
                <a:latin typeface="Montserrat"/>
              </a:rPr>
              <a:t>Расход, CPL, CPO и привлечённые оплаты по Маркету и ОФД. Дашборды кампаний, янв 2025 – май 2026.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ЭФФЕКТИВНОСТЬ КОНТЕКСТА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Контекст: Маркет vs ОФД (янв 2025 – май 2026)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6800" y="1800000"/>
          <a:ext cx="11019600" cy="252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54900"/>
                <a:gridCol w="2754900"/>
                <a:gridCol w="2754900"/>
                <a:gridCol w="2754900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Показатель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Маркет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ОФД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Разница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ontserrat"/>
                        </a:rPr>
                        <a:t>Расход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14,7 млн ₽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7,1 млн ₽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Маркет ×2,1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ontserrat"/>
                        </a:rPr>
                        <a:t>Оплаты привлечено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315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397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ОФД +26%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ontserrat"/>
                        </a:rPr>
                        <a:t>CPO — стоимость оплаты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46,8 тыс ₽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17,9 тыс ₽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ОФД ×2,6 дешевле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ontserrat"/>
                        </a:rPr>
                        <a:t>CPL — средний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10,0 тыс ₽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4,5 тыс ₽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ОФД ×2,2 дешевле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ontserrat"/>
                        </a:rPr>
                        <a:t>Выручка по целевым лидам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3,9 млн ₽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2,8 млн ₽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ontserrat"/>
                        </a:rPr>
                        <a:t>ДРР (расход / выручка)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≈ 3,8×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≈ 2,5×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ontserrat"/>
                        </a:rPr>
                        <a:t>ОФД эффективнее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дашборд Контекст · суммы сверены с «Итого»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КОНТЕКСТ · СВОДКА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Привлечение по продуктам — оплаты по месяцам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6800" y="1800000"/>
          <a:ext cx="11019600" cy="2246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54900"/>
                <a:gridCol w="2754900"/>
                <a:gridCol w="2754900"/>
                <a:gridCol w="275490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Месяц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ОФД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Маркет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Бандл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М1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54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52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М2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65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95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46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М3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50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80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60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М4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52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36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43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М5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37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28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68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М6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13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Итого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266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315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270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data (15) ОФД · data (16) Маркет · data (17) Бандл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53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33200" y="180000"/>
            <a:ext cx="3600000" cy="28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0" b="1" i="0">
                <a:solidFill>
                  <a:srgbClr val="244486"/>
                </a:solidFill>
                <a:latin typeface="Montserrat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2232000"/>
            <a:ext cx="110196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FC4FF"/>
                </a:solidFill>
                <a:latin typeface="Montserrat"/>
              </a:rPr>
              <a:t>РАЗДЕЛ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800" y="2592000"/>
            <a:ext cx="936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Montserrat"/>
              </a:rPr>
              <a:t>Маркетинг: каналы и планы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800" y="4860000"/>
            <a:ext cx="936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DBF5"/>
                </a:solidFill>
                <a:latin typeface="Montserrat"/>
              </a:rPr>
              <a:t>Контекст 2023–2026, брендформанс, SEO и аудит платной рекламы.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КАНАЛЫ · КОНТЕКСТНАЯ РЕКЛАМА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Контекст: годовая динамика 2023–2026 (РК Маркет + бандл)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6800" y="1800000"/>
          <a:ext cx="11019600" cy="2246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03920"/>
                <a:gridCol w="2203920"/>
                <a:gridCol w="2203920"/>
                <a:gridCol w="2203920"/>
                <a:gridCol w="2203920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Показатель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2023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2024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2025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2026 план</a:t>
                      </a:r>
                    </a:p>
                  </a:txBody>
                  <a:tcPr anchor="ctr" marL="72000" marR="72000" marT="18000" marB="18000">
                    <a:solidFill>
                      <a:srgbClr val="2291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Расход, млн ₽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32,6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32,6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24,7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17,0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Лиды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3 986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3 572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3 205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2 900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Оплаты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536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527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538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500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CR в оплату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13,4%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14,8%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16,8%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17,2%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Средний чек, тыс ₽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33,6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35,7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36,7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38,0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Выручка, млн ₽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18,0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18,8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19,7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19,0</a:t>
                      </a:r>
                    </a:p>
                  </a:txBody>
                  <a:tcPr anchor="ctr" marL="72000" marR="72000" marT="18000" marB="18000">
                    <a:solidFill>
                      <a:srgbClr val="F1F1F1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Выручка − расход, млн ₽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−14,5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−13,7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−5,0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Montserrat"/>
                        </a:rPr>
                        <a:t>+2,0</a:t>
                      </a:r>
                    </a:p>
                  </a:txBody>
                  <a:tcPr anchor="ctr" marL="72000" marR="72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план по каналам, Порубов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КАНАЛЫ · БРЕНДФОРМАНС И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Брендформанс и SEO — планы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8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Брендформанс · факт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&gt;2 млн 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8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за окт–дек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77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7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Брендформанс · план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7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~11 млн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7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AD50"/>
                </a:solidFill>
                <a:latin typeface="Montserrat"/>
              </a:rPr>
              <a:t>из них ~6,5 — Маркет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86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66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SEO ·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66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+3%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66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61429"/>
                </a:solidFill>
                <a:latin typeface="Montserrat"/>
              </a:rPr>
              <a:t>при норме +20%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95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75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SEO · план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75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~+10 млн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75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AD50"/>
                </a:solidFill>
                <a:latin typeface="Montserrat"/>
              </a:rPr>
              <a:t>при росте со 2 квартала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план по каналам, Порубов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2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6800" y="360000"/>
            <a:ext cx="11019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91FF"/>
                </a:solidFill>
                <a:latin typeface="Montserrat"/>
              </a:rPr>
              <a:t>АУДИТ ПЛАТНОЙ РЕКЛАМЫ · ПЕТРОВА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00" y="648000"/>
            <a:ext cx="11019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Montserrat"/>
              </a:rPr>
              <a:t>Аудит контекста: вклад в выручку и ROMI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8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Отключение всей рекламы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−12%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8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61429"/>
                </a:solidFill>
                <a:latin typeface="Montserrat"/>
              </a:rPr>
              <a:t>выручки · ~12 млн ₽/год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77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7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Вклад Бандла в ОФД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7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32%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7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выручки ОФД из рекламы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86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66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ROMI · реалистично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66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~−50%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66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61429"/>
                </a:solidFill>
                <a:latin typeface="Montserrat"/>
              </a:rPr>
              <a:t>в плюс выйти потенциала нет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9500" y="1800000"/>
            <a:ext cx="2646900" cy="15120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7500" y="1998000"/>
            <a:ext cx="2250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573"/>
                </a:solidFill>
                <a:latin typeface="Montserrat"/>
              </a:rPr>
              <a:t>ROMI в мае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7500" y="2376000"/>
            <a:ext cx="2250900" cy="50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Montserrat"/>
              </a:rPr>
              <a:t>+15%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7500" y="2826000"/>
            <a:ext cx="22509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6AD50"/>
                </a:solidFill>
                <a:latin typeface="Montserrat"/>
              </a:rPr>
              <a:t>оптимизация РК + продажи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6800" y="6318000"/>
            <a:ext cx="1101960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6800" y="6390000"/>
            <a:ext cx="1008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573"/>
                </a:solidFill>
                <a:latin typeface="Montserrat"/>
              </a:rPr>
              <a:t>Источник: «Маркет+ОФД Аудит полный», М. Петрова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heme Montserrat">
  <a:themeElements>
    <a:clrScheme name="Пользовательские 14">
      <a:dk1>
        <a:srgbClr val="000000"/>
      </a:dk1>
      <a:lt1>
        <a:srgbClr val="FEFFFE"/>
      </a:lt1>
      <a:dk2>
        <a:srgbClr val="F1F1F1"/>
      </a:dk2>
      <a:lt2>
        <a:srgbClr val="000000"/>
      </a:lt2>
      <a:accent1>
        <a:srgbClr val="2291FF"/>
      </a:accent1>
      <a:accent2>
        <a:srgbClr val="153177"/>
      </a:accent2>
      <a:accent3>
        <a:srgbClr val="FC7630"/>
      </a:accent3>
      <a:accent4>
        <a:srgbClr val="661429"/>
      </a:accent4>
      <a:accent5>
        <a:srgbClr val="26AD50"/>
      </a:accent5>
      <a:accent6>
        <a:srgbClr val="144942"/>
      </a:accent6>
      <a:hlink>
        <a:srgbClr val="0671F6"/>
      </a:hlink>
      <a:folHlink>
        <a:srgbClr val="0570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2021-03-05T04:34:43Z</dcterms:created>
  <dc:creator>Ольга Преображенская</dc:creator>
</cp:coreProperties>
</file>