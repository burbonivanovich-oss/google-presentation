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333" r:id="rId108"/>
    <p:sldId id="334" r:id="rId109"/>
    <p:sldId id="335" r:id="rId110"/>
    <p:sldId id="336" r:id="rId111"/>
    <p:sldId id="337" r:id="rId112"/>
    <p:sldId id="338" r:id="rId113"/>
    <p:sldId id="339" r:id="rId114"/>
    <p:sldId id="340" r:id="rId115"/>
    <p:sldId id="341" r:id="rId116"/>
    <p:sldId id="342" r:id="rId117"/>
    <p:sldId id="343" r:id="rId118"/>
    <p:sldId id="344" r:id="rId119"/>
    <p:sldId id="345" r:id="rId120"/>
    <p:sldId id="346" r:id="rId121"/>
    <p:sldId id="347" r:id="rId122"/>
    <p:sldId id="348" r:id="rId123"/>
    <p:sldId id="349" r:id="rId124"/>
    <p:sldId id="350" r:id="rId125"/>
    <p:sldId id="351" r:id="rId126"/>
  </p:sldIdLst>
  <p:sldSz cy="6858000" cx="12192000"/>
  <p:notesSz cx="6858000" cy="9144000"/>
  <p:embeddedFontLst>
    <p:embeddedFont>
      <p:font typeface="Montserrat SemiBold"/>
      <p:regular r:id="rId83"/>
      <p:bold r:id="rId84"/>
      <p:italic r:id="rId85"/>
      <p:boldItalic r:id="rId86"/>
    </p:embeddedFont>
    <p:embeddedFont>
      <p:font typeface="Montserrat"/>
      <p:regular r:id="rId87"/>
      <p:bold r:id="rId88"/>
      <p:italic r:id="rId89"/>
      <p:boldItalic r:id="rId90"/>
    </p:embeddedFont>
    <p:embeddedFont>
      <p:font typeface="Geologica Medium"/>
      <p:regular r:id="rId91"/>
      <p:bold r:id="rId92"/>
    </p:embeddedFont>
    <p:embeddedFont>
      <p:font typeface="Montserrat Medium"/>
      <p:regular r:id="rId93"/>
      <p:bold r:id="rId94"/>
      <p:italic r:id="rId95"/>
      <p:boldItalic r:id="rId96"/>
    </p:embeddedFont>
    <p:embeddedFont>
      <p:font typeface="Tahoma"/>
      <p:regular r:id="rId97"/>
      <p:bold r:id="rId98"/>
    </p:embeddedFont>
    <p:embeddedFont>
      <p:font typeface="Montserrat Light"/>
      <p:regular r:id="rId99"/>
      <p:bold r:id="rId100"/>
      <p:italic r:id="rId101"/>
      <p:boldItalic r:id="rId102"/>
    </p:embeddedFont>
    <p:embeddedFont>
      <p:font typeface="Geologica"/>
      <p:regular r:id="rId103"/>
      <p:bold r:id="rId104"/>
    </p:embeddedFont>
    <p:embeddedFont>
      <p:font typeface="Geologica Light"/>
      <p:regular r:id="rId105"/>
      <p:bold r:id="rId10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7" roundtripDataSignature="AMtx7mhkkw7CC3X4SKtyrjuMN+4L4akG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F214A-4E6C-48F4-8E61-0A8840CC063F}">
  <a:tblStyle styleId="{14EF214A-4E6C-48F4-8E61-0A8840CC063F}" styleName="Table_0">
    <a:wholeTbl>
      <a:tcTxStyle b="off" i="off">
        <a:font>
          <a:latin typeface="Lab Grotesque K"/>
          <a:ea typeface="Lab Grotesque K"/>
          <a:cs typeface="Lab Grotesque K"/>
        </a:font>
        <a:srgbClr val="FEFFFE"/>
      </a:tcTxStyle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</a:tcBdr>
      </a:tcStyle>
    </a:band1H>
    <a:band2H>
      <a:tcTxStyle b="off" i="off"/>
    </a:band2H>
    <a:band1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1V>
    <a:band2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</a:tcBdr>
      </a:tcStyle>
    </a:lastRow>
    <a:seCell>
      <a:tcTxStyle b="off" i="off"/>
    </a:seCell>
    <a:swCell>
      <a:tcTxStyle b="off" i="off"/>
    </a:swCell>
    <a:firstRow>
      <a:tcTxStyle b="on" i="off">
        <a:font>
          <a:latin typeface="Lab Grotesque K"/>
          <a:ea typeface="Lab Grotesque K"/>
          <a:cs typeface="Lab Grotesque K"/>
        </a:font>
        <a:srgbClr val="000000"/>
      </a:tcTxStyle>
      <a:tcStyle>
        <a:fill>
          <a:solidFill>
            <a:srgbClr val="64D843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83" Type="http://schemas.openxmlformats.org/officeDocument/2006/relationships/font" Target="fonts/MontserratSemiBold-regular.fntdata"/><Relationship Id="rId84" Type="http://schemas.openxmlformats.org/officeDocument/2006/relationships/font" Target="fonts/MontserratSemiBold-bold.fntdata"/><Relationship Id="rId85" Type="http://schemas.openxmlformats.org/officeDocument/2006/relationships/font" Target="fonts/MontserratSemiBold-italic.fntdata"/><Relationship Id="rId86" Type="http://schemas.openxmlformats.org/officeDocument/2006/relationships/font" Target="fonts/MontserratSemiBold-boldItalic.fntdata"/><Relationship Id="rId87" Type="http://schemas.openxmlformats.org/officeDocument/2006/relationships/font" Target="fonts/Montserrat-regular.fntdata"/><Relationship Id="rId88" Type="http://schemas.openxmlformats.org/officeDocument/2006/relationships/font" Target="fonts/Montserrat-bold.fntdata"/><Relationship Id="rId89" Type="http://schemas.openxmlformats.org/officeDocument/2006/relationships/font" Target="fonts/Montserrat-italic.fntdata"/><Relationship Id="rId90" Type="http://schemas.openxmlformats.org/officeDocument/2006/relationships/font" Target="fonts/Montserrat-boldItalic.fntdata"/><Relationship Id="rId91" Type="http://schemas.openxmlformats.org/officeDocument/2006/relationships/font" Target="fonts/GeologicaMedium-regular.fntdata"/><Relationship Id="rId92" Type="http://schemas.openxmlformats.org/officeDocument/2006/relationships/font" Target="fonts/GeologicaMedium-bold.fntdata"/><Relationship Id="rId93" Type="http://schemas.openxmlformats.org/officeDocument/2006/relationships/font" Target="fonts/MontserratMedium-regular.fntdata"/><Relationship Id="rId94" Type="http://schemas.openxmlformats.org/officeDocument/2006/relationships/font" Target="fonts/MontserratMedium-bold.fntdata"/><Relationship Id="rId95" Type="http://schemas.openxmlformats.org/officeDocument/2006/relationships/font" Target="fonts/MontserratMedium-italic.fntdata"/><Relationship Id="rId96" Type="http://schemas.openxmlformats.org/officeDocument/2006/relationships/font" Target="fonts/MontserratMedium-boldItalic.fntdata"/><Relationship Id="rId97" Type="http://schemas.openxmlformats.org/officeDocument/2006/relationships/font" Target="fonts/Tahoma-regular.fntdata"/><Relationship Id="rId98" Type="http://schemas.openxmlformats.org/officeDocument/2006/relationships/font" Target="fonts/Tahoma-bold.fntdata"/><Relationship Id="rId99" Type="http://schemas.openxmlformats.org/officeDocument/2006/relationships/font" Target="fonts/MontserratLight-regular.fntdata"/><Relationship Id="rId100" Type="http://schemas.openxmlformats.org/officeDocument/2006/relationships/font" Target="fonts/MontserratLight-bold.fntdata"/><Relationship Id="rId101" Type="http://schemas.openxmlformats.org/officeDocument/2006/relationships/font" Target="fonts/MontserratLight-italic.fntdata"/><Relationship Id="rId102" Type="http://schemas.openxmlformats.org/officeDocument/2006/relationships/font" Target="fonts/MontserratLight-boldItalic.fntdata"/><Relationship Id="rId103" Type="http://schemas.openxmlformats.org/officeDocument/2006/relationships/font" Target="fonts/Geologica-regular.fntdata"/><Relationship Id="rId104" Type="http://schemas.openxmlformats.org/officeDocument/2006/relationships/font" Target="fonts/Geologica-bold.fntdata"/><Relationship Id="rId105" Type="http://schemas.openxmlformats.org/officeDocument/2006/relationships/font" Target="fonts/GeologicaLight-regular.fntdata"/><Relationship Id="rId106" Type="http://schemas.openxmlformats.org/officeDocument/2006/relationships/font" Target="fonts/GeologicaLight-bold.fntdata"/><Relationship Id="rId107" Type="http://customschemas.google.com/relationships/presentationmetadata" Target="metadata"/><Relationship Id="rId108" Type="http://schemas.openxmlformats.org/officeDocument/2006/relationships/slide" Target="slides/slide78.xml"/><Relationship Id="rId109" Type="http://schemas.openxmlformats.org/officeDocument/2006/relationships/slide" Target="slides/slide79.xml"/><Relationship Id="rId110" Type="http://schemas.openxmlformats.org/officeDocument/2006/relationships/slide" Target="slides/slide80.xml"/><Relationship Id="rId111" Type="http://schemas.openxmlformats.org/officeDocument/2006/relationships/slide" Target="slides/slide81.xml"/><Relationship Id="rId112" Type="http://schemas.openxmlformats.org/officeDocument/2006/relationships/slide" Target="slides/slide82.xml"/><Relationship Id="rId113" Type="http://schemas.openxmlformats.org/officeDocument/2006/relationships/slide" Target="slides/slide83.xml"/><Relationship Id="rId114" Type="http://schemas.openxmlformats.org/officeDocument/2006/relationships/slide" Target="slides/slide84.xml"/><Relationship Id="rId115" Type="http://schemas.openxmlformats.org/officeDocument/2006/relationships/slide" Target="slides/slide85.xml"/><Relationship Id="rId116" Type="http://schemas.openxmlformats.org/officeDocument/2006/relationships/slide" Target="slides/slide86.xml"/><Relationship Id="rId117" Type="http://schemas.openxmlformats.org/officeDocument/2006/relationships/slide" Target="slides/slide87.xml"/><Relationship Id="rId118" Type="http://schemas.openxmlformats.org/officeDocument/2006/relationships/slide" Target="slides/slide88.xml"/><Relationship Id="rId119" Type="http://schemas.openxmlformats.org/officeDocument/2006/relationships/slide" Target="slides/slide89.xml"/><Relationship Id="rId120" Type="http://schemas.openxmlformats.org/officeDocument/2006/relationships/slide" Target="slides/slide90.xml"/><Relationship Id="rId121" Type="http://schemas.openxmlformats.org/officeDocument/2006/relationships/slide" Target="slides/slide91.xml"/><Relationship Id="rId122" Type="http://schemas.openxmlformats.org/officeDocument/2006/relationships/slide" Target="slides/slide92.xml"/><Relationship Id="rId123" Type="http://schemas.openxmlformats.org/officeDocument/2006/relationships/slide" Target="slides/slide93.xml"/><Relationship Id="rId124" Type="http://schemas.openxmlformats.org/officeDocument/2006/relationships/slide" Target="slides/slide94.xml"/><Relationship Id="rId125" Type="http://schemas.openxmlformats.org/officeDocument/2006/relationships/slide" Target="slides/slide95.xml"/><Relationship Id="rId126" Type="http://schemas.openxmlformats.org/officeDocument/2006/relationships/slide" Target="slides/slide9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7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9.78</c:v>
                </c:pt>
                <c:pt idx="1">
                  <c:v>9.46</c:v>
                </c:pt>
                <c:pt idx="2">
                  <c:v>10.98</c:v>
                </c:pt>
                <c:pt idx="3">
                  <c:v>10.45</c:v>
                </c:pt>
                <c:pt idx="4">
                  <c:v>8.36</c:v>
                </c:pt>
                <c:pt idx="5">
                  <c:v>10.32</c:v>
                </c:pt>
                <c:pt idx="6">
                  <c:v>10.13</c:v>
                </c:pt>
                <c:pt idx="7">
                  <c:v>9.01</c:v>
                </c:pt>
                <c:pt idx="8">
                  <c:v>8.79</c:v>
                </c:pt>
                <c:pt idx="9">
                  <c:v>9.95</c:v>
                </c:pt>
                <c:pt idx="10">
                  <c:v>9.71</c:v>
                </c:pt>
                <c:pt idx="11">
                  <c:v>12.1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41275">
              <a:solidFill>
                <a:srgbClr val="153177"/>
              </a:solidFill>
            </a:ln>
          </c:spPr>
          <c:marker>
            <c:symbol val="circle"/>
            <c:size val="7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8.24</c:v>
                </c:pt>
                <c:pt idx="1">
                  <c:v>9.2</c:v>
                </c:pt>
                <c:pt idx="2">
                  <c:v>10.26</c:v>
                </c:pt>
                <c:pt idx="3">
                  <c:v>8.99</c:v>
                </c:pt>
                <c:pt idx="4">
                  <c:v>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41275">
              <a:solidFill>
                <a:srgbClr val="26AD50"/>
              </a:solidFill>
              <a:prstDash val="lgDash"/>
            </a:ln>
          </c:spPr>
          <c:marker>
            <c:symbol val="circle"/>
            <c:size val="7"/>
            <c:spPr>
              <a:solidFill>
                <a:srgbClr val="26AD50"/>
              </a:solidFill>
              <a:ln>
                <a:solidFill>
                  <a:srgbClr val="26AD5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7.78</c:v>
                </c:pt>
                <c:pt idx="5">
                  <c:v>9.1</c:v>
                </c:pt>
                <c:pt idx="6">
                  <c:v>8.4</c:v>
                </c:pt>
                <c:pt idx="7">
                  <c:v>7.2</c:v>
                </c:pt>
                <c:pt idx="8">
                  <c:v>7.6</c:v>
                </c:pt>
                <c:pt idx="9">
                  <c:v>7.8</c:v>
                </c:pt>
                <c:pt idx="10">
                  <c:v>7.4</c:v>
                </c:pt>
                <c:pt idx="11">
                  <c:v>9.9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7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2.81</c:v>
                </c:pt>
                <c:pt idx="1">
                  <c:v>3.11</c:v>
                </c:pt>
                <c:pt idx="2">
                  <c:v>3.18</c:v>
                </c:pt>
                <c:pt idx="3">
                  <c:v>3.24</c:v>
                </c:pt>
                <c:pt idx="4">
                  <c:v>2.97</c:v>
                </c:pt>
                <c:pt idx="5">
                  <c:v>3.04</c:v>
                </c:pt>
                <c:pt idx="6">
                  <c:v>3.03</c:v>
                </c:pt>
                <c:pt idx="7">
                  <c:v>2.99</c:v>
                </c:pt>
                <c:pt idx="8">
                  <c:v>2.9</c:v>
                </c:pt>
                <c:pt idx="9">
                  <c:v>3.28</c:v>
                </c:pt>
                <c:pt idx="10">
                  <c:v>3.2</c:v>
                </c:pt>
                <c:pt idx="11">
                  <c:v>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41275">
              <a:solidFill>
                <a:srgbClr val="153177"/>
              </a:solidFill>
            </a:ln>
          </c:spPr>
          <c:marker>
            <c:symbol val="circle"/>
            <c:size val="7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4.05</c:v>
                </c:pt>
                <c:pt idx="1">
                  <c:v>4.12</c:v>
                </c:pt>
                <c:pt idx="2">
                  <c:v>4.18</c:v>
                </c:pt>
                <c:pt idx="3">
                  <c:v>3.71</c:v>
                </c:pt>
                <c:pt idx="4">
                  <c:v>2.84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41275">
              <a:solidFill>
                <a:srgbClr val="26AD50"/>
              </a:solidFill>
              <a:prstDash val="lgDash"/>
            </a:ln>
          </c:spPr>
          <c:marker>
            <c:symbol val="circle"/>
            <c:size val="7"/>
            <c:spPr>
              <a:solidFill>
                <a:srgbClr val="26AD50"/>
              </a:solidFill>
              <a:ln>
                <a:solidFill>
                  <a:srgbClr val="26AD5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2.84</c:v>
                </c:pt>
                <c:pt idx="5">
                  <c:v>3.6</c:v>
                </c:pt>
                <c:pt idx="6">
                  <c:v>3.4</c:v>
                </c:pt>
                <c:pt idx="7">
                  <c:v>3.1</c:v>
                </c:pt>
                <c:pt idx="8">
                  <c:v>3.1</c:v>
                </c:pt>
                <c:pt idx="9">
                  <c:v>3.4</c:v>
                </c:pt>
                <c:pt idx="10">
                  <c:v>3.2</c:v>
                </c:pt>
                <c:pt idx="11">
                  <c:v>4.5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1" name="Google Shape;31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4" name="Google Shape;34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7" name="Google Shape;3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49"/>
          <p:cNvSpPr txBox="1"/>
          <p:nvPr>
            <p:ph idx="3" type="body"/>
          </p:nvPr>
        </p:nvSpPr>
        <p:spPr>
          <a:xfrm>
            <a:off x="8183217" y="5889341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41" name="Google Shape;4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2" name="Google Shape;4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45" name="Google Shape;45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6" name="Google Shape;46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g2870f9e6fac_0_7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g2870f9e6fac_0_7"/>
          <p:cNvSpPr txBox="1"/>
          <p:nvPr>
            <p:ph idx="3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1" name="Google Shape;51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8" name="Google Shape;58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9" name="Google Shape;59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7" name="Google Shape;67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9" name="Google Shape;69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1" name="Google Shape;71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" name="Google Shape;73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63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pic>
        <p:nvPicPr>
          <p:cNvPr id="77" name="Google Shape;77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6291" y="2966453"/>
            <a:ext cx="10838331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0" name="Google Shape;80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5" name="Google Shape;85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1" name="Google Shape;9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3" name="Google Shape;9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94" name="Google Shape;9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6" name="Google Shape;9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0" name="Google Shape;10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8" name="Google Shape;10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0" name="Google Shape;11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65"/>
          <p:cNvSpPr txBox="1"/>
          <p:nvPr>
            <p:ph idx="5" type="body"/>
          </p:nvPr>
        </p:nvSpPr>
        <p:spPr>
          <a:xfrm>
            <a:off x="1379533" y="509864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3" name="Google Shape;11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5" name="Google Shape;11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65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19" name="Google Shape;11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66"/>
          <p:cNvSpPr txBox="1"/>
          <p:nvPr>
            <p:ph idx="9" type="body"/>
          </p:nvPr>
        </p:nvSpPr>
        <p:spPr>
          <a:xfrm>
            <a:off x="1379533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66"/>
          <p:cNvSpPr txBox="1"/>
          <p:nvPr>
            <p:ph idx="14" type="body"/>
          </p:nvPr>
        </p:nvSpPr>
        <p:spPr>
          <a:xfrm>
            <a:off x="7164107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Montserrat"/>
              <a:buNone/>
              <a:defRPr sz="5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3" name="Google Shape;133;p66"/>
          <p:cNvSpPr txBox="1"/>
          <p:nvPr>
            <p:ph idx="15" type="body"/>
          </p:nvPr>
        </p:nvSpPr>
        <p:spPr>
          <a:xfrm>
            <a:off x="1388949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9"/>
          <p:cNvSpPr txBox="1"/>
          <p:nvPr>
            <p:ph idx="1" type="body"/>
          </p:nvPr>
        </p:nvSpPr>
        <p:spPr>
          <a:xfrm>
            <a:off x="587375" y="2528888"/>
            <a:ext cx="5940900" cy="362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2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02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2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03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03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45" name="Google Shape;145;p103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8" name="Google Shape;14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9" name="Google Shape;14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2" name="Google Shape;15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2"/>
          <p:cNvSpPr/>
          <p:nvPr/>
        </p:nvSpPr>
        <p:spPr>
          <a:xfrm>
            <a:off x="587375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2"/>
          <p:cNvSpPr/>
          <p:nvPr/>
        </p:nvSpPr>
        <p:spPr>
          <a:xfrm>
            <a:off x="43592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2"/>
          <p:cNvSpPr/>
          <p:nvPr/>
        </p:nvSpPr>
        <p:spPr>
          <a:xfrm>
            <a:off x="81311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" name="Google Shape;160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1" name="Google Shape;161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2" name="Google Shape;162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3" name="Google Shape;163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4" name="Google Shape;164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5" name="Google Shape;165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6" name="Google Shape;166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7" name="Google Shape;167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8" name="Google Shape;168;p7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3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3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3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73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5" name="Google Shape;175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6" name="Google Shape;176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7" name="Google Shape;177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8" name="Google Shape;178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9" name="Google Shape;179;p73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0" name="Google Shape;180;p73"/>
          <p:cNvSpPr txBox="1"/>
          <p:nvPr>
            <p:ph idx="7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1" name="Google Shape;181;p73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2" name="Google Shape;182;p7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c1f89b903e_0_310"/>
          <p:cNvSpPr txBox="1"/>
          <p:nvPr>
            <p:ph idx="1" type="body"/>
          </p:nvPr>
        </p:nvSpPr>
        <p:spPr>
          <a:xfrm>
            <a:off x="58737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5" name="Google Shape;185;g2c1f89b903e_0_310"/>
          <p:cNvSpPr txBox="1"/>
          <p:nvPr>
            <p:ph idx="2" type="body"/>
          </p:nvPr>
        </p:nvSpPr>
        <p:spPr>
          <a:xfrm>
            <a:off x="58737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6" name="Google Shape;186;g2c1f89b903e_0_310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7" name="Google Shape;187;g2c1f89b903e_0_310"/>
          <p:cNvSpPr txBox="1"/>
          <p:nvPr>
            <p:ph idx="4" type="subTitle"/>
          </p:nvPr>
        </p:nvSpPr>
        <p:spPr>
          <a:xfrm>
            <a:off x="138612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8" name="Google Shape;188;g2c1f89b903e_0_310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g2c1f89b903e_0_310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0" name="Google Shape;190;g2c1f89b903e_0_310"/>
          <p:cNvSpPr txBox="1"/>
          <p:nvPr>
            <p:ph idx="7" type="body"/>
          </p:nvPr>
        </p:nvSpPr>
        <p:spPr>
          <a:xfrm>
            <a:off x="138612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1" name="Google Shape;191;g2c1f89b903e_0_310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2" name="Google Shape;192;g2c1f89b903e_0_31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84d08330cf_0_140"/>
          <p:cNvSpPr/>
          <p:nvPr/>
        </p:nvSpPr>
        <p:spPr>
          <a:xfrm>
            <a:off x="587375" y="2318038"/>
            <a:ext cx="5369160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284d08330cf_0_140"/>
          <p:cNvSpPr/>
          <p:nvPr/>
        </p:nvSpPr>
        <p:spPr>
          <a:xfrm>
            <a:off x="6235467" y="2318038"/>
            <a:ext cx="5368533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97" name="Google Shape;197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8" name="Google Shape;198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4"/>
          <p:cNvSpPr/>
          <p:nvPr/>
        </p:nvSpPr>
        <p:spPr>
          <a:xfrm>
            <a:off x="587375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4"/>
          <p:cNvSpPr/>
          <p:nvPr/>
        </p:nvSpPr>
        <p:spPr>
          <a:xfrm>
            <a:off x="43592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4"/>
          <p:cNvSpPr/>
          <p:nvPr/>
        </p:nvSpPr>
        <p:spPr>
          <a:xfrm>
            <a:off x="81311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74"/>
          <p:cNvSpPr txBox="1"/>
          <p:nvPr>
            <p:ph idx="1" type="subTitle"/>
          </p:nvPr>
        </p:nvSpPr>
        <p:spPr>
          <a:xfrm>
            <a:off x="879482" y="4061618"/>
            <a:ext cx="28935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74"/>
          <p:cNvSpPr txBox="1"/>
          <p:nvPr>
            <p:ph idx="5" type="body"/>
          </p:nvPr>
        </p:nvSpPr>
        <p:spPr>
          <a:xfrm>
            <a:off x="4649508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4"/>
          <p:cNvSpPr txBox="1"/>
          <p:nvPr>
            <p:ph idx="6" type="body"/>
          </p:nvPr>
        </p:nvSpPr>
        <p:spPr>
          <a:xfrm>
            <a:off x="8419534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2" name="Google Shape;212;p74"/>
          <p:cNvSpPr txBox="1"/>
          <p:nvPr>
            <p:ph idx="8" type="body"/>
          </p:nvPr>
        </p:nvSpPr>
        <p:spPr>
          <a:xfrm>
            <a:off x="4649509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3" name="Google Shape;213;p74"/>
          <p:cNvSpPr txBox="1"/>
          <p:nvPr>
            <p:ph idx="9" type="body"/>
          </p:nvPr>
        </p:nvSpPr>
        <p:spPr>
          <a:xfrm>
            <a:off x="8419535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4" name="Google Shape;214;p7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84d08330cf_0_162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284d08330cf_0_162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284d08330cf_0_162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284d08330cf_0_162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21" name="Google Shape;22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2" name="Google Shape;22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5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5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5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5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5"/>
          <p:cNvSpPr/>
          <p:nvPr/>
        </p:nvSpPr>
        <p:spPr>
          <a:xfrm>
            <a:off x="4352181" y="2314322"/>
            <a:ext cx="3489512" cy="3851528"/>
          </a:xfrm>
          <a:prstGeom prst="roundRect">
            <a:avLst>
              <a:gd fmla="val 4368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36" name="Google Shape;236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4" name="Google Shape;244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84d08330cf_0_50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284d08330cf_0_50"/>
          <p:cNvSpPr/>
          <p:nvPr/>
        </p:nvSpPr>
        <p:spPr>
          <a:xfrm>
            <a:off x="4352181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284d08330cf_0_50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284d08330cf_0_50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g284d08330cf_0_50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g284d08330cf_0_50"/>
          <p:cNvSpPr/>
          <p:nvPr/>
        </p:nvSpPr>
        <p:spPr>
          <a:xfrm>
            <a:off x="4352181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6" name="Google Shape;256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0" name="Google Shape;260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5" name="Google Shape;265;g284d08330cf_0_5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268" name="Google Shape;268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9" name="Google Shape;269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70" name="Google Shape;270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72" name="Google Shape;272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3" name="Google Shape;273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76" name="Google Shape;276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4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  <p:sp>
        <p:nvSpPr>
          <p:cNvPr id="279" name="Google Shape;279;p104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5" name="Google Shape;285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86" name="Google Shape;286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9" name="Google Shape;289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2" name="Google Shape;292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3" name="Google Shape;293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4" name="Google Shape;294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 1">
  <p:cSld name="5 фактов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5a462c06d0_0_610"/>
          <p:cNvSpPr txBox="1"/>
          <p:nvPr>
            <p:ph idx="1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g35a462c06d0_0_610"/>
          <p:cNvSpPr txBox="1"/>
          <p:nvPr>
            <p:ph idx="2" type="body"/>
          </p:nvPr>
        </p:nvSpPr>
        <p:spPr>
          <a:xfrm>
            <a:off x="814886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98" name="Google Shape;298;g35a462c06d0_0_610"/>
          <p:cNvSpPr txBox="1"/>
          <p:nvPr>
            <p:ph type="title"/>
          </p:nvPr>
        </p:nvSpPr>
        <p:spPr>
          <a:xfrm>
            <a:off x="587375" y="584200"/>
            <a:ext cx="110172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9" name="Google Shape;299;g35a462c06d0_0_610"/>
          <p:cNvSpPr txBox="1"/>
          <p:nvPr>
            <p:ph idx="3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0" name="Google Shape;300;g35a462c06d0_0_610"/>
          <p:cNvSpPr txBox="1"/>
          <p:nvPr>
            <p:ph idx="4" type="body"/>
          </p:nvPr>
        </p:nvSpPr>
        <p:spPr>
          <a:xfrm>
            <a:off x="58601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301" name="Google Shape;301;g35a462c06d0_0_610"/>
          <p:cNvSpPr txBox="1"/>
          <p:nvPr>
            <p:ph idx="5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2" name="Google Shape;302;g35a462c06d0_0_610"/>
          <p:cNvSpPr txBox="1"/>
          <p:nvPr>
            <p:ph idx="6" type="body"/>
          </p:nvPr>
        </p:nvSpPr>
        <p:spPr>
          <a:xfrm>
            <a:off x="586013" y="3809879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03" name="Google Shape;303;g35a462c06d0_0_610"/>
          <p:cNvSpPr txBox="1"/>
          <p:nvPr>
            <p:ph idx="7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g35a462c06d0_0_610"/>
          <p:cNvSpPr txBox="1"/>
          <p:nvPr>
            <p:ph idx="8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05" name="Google Shape;305;g35a462c06d0_0_610"/>
          <p:cNvSpPr txBox="1"/>
          <p:nvPr>
            <p:ph idx="9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g35a462c06d0_0_610"/>
          <p:cNvSpPr txBox="1"/>
          <p:nvPr>
            <p:ph idx="13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ontserrat"/>
              <a:buNone/>
              <a:defRPr b="1" i="0" sz="4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5.png"/></Relationships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4" name="Google Shape;454;p6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Итоги Q1 2026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5" name="Google Shape;455;p6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>
                <a:latin typeface="Montserrat"/>
              </a:rPr>
              <a:t>Квартальный отчёт по продажам · Контур</a:t>
            </a:r>
            <a:endParaRPr/>
          </a:p>
        </p:txBody>
      </p:sp>
      <p:sp>
        <p:nvSpPr>
          <p:cNvPr id="456" name="Google Shape;456;p6"/>
          <p:cNvSpPr txBox="1"/>
          <p:nvPr>
            <p:ph idx="2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>
                <a:latin typeface="Montserrat"/>
              </a:rPr>
              <a:t>Розница · Общепит · Кассы · ОФД · Маркет · прогноз 2026</a:t>
            </a:r>
            <a:endParaRPr/>
          </a:p>
        </p:txBody>
      </p:sp>
      <p:sp>
        <p:nvSpPr>
          <p:cNvPr id="457" name="Google Shape;457;p6"/>
          <p:cNvSpPr txBox="1"/>
          <p:nvPr>
            <p:ph idx="3" type="body"/>
          </p:nvPr>
        </p:nvSpPr>
        <p:spPr>
          <a:xfrm>
            <a:off x="8183217" y="588934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kontur.ru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Март — провал к плану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85 %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Количество оплат · 101% плана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6 859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Выручка факт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68,2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Средний чек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9,9 тыс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Выполнение плана (74,6 млн)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92 %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Недобор к плану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−6,3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Ключевые метрики квартала Q1 2026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Бизнес-юнит: план и факт по месяцам,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40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03200"/>
                <a:gridCol w="2203200"/>
                <a:gridCol w="2203200"/>
                <a:gridCol w="2203200"/>
                <a:gridCol w="22032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Месяц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План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Факт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Выполнение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Оплат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Январь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22,33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21,12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2 123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Февраль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24,75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23,69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96%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2 510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Март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27,47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23,42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85%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2 226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Итого Q1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74,56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68,23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92%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6 859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Направления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Розница · ~32,5 млн ₽ (48% бизнес-юнита)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68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Общепит · ~12,8 млн ₽ (19% БЮ) · растёт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12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Общепит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0,49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Кассы · ~22,2 млн ₽ (33% БЮ) · самое здоровое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965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топ-тариф ОФД-36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3,93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 к году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−4,9 %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Выручка Q1 2026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11,69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оплат · +49 к Q4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2 122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к Q4 2025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+4,2 %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средний чек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5,5 тыс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ОФД · продуктовый срез, Q1 2026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Топ-20 тарифов: QoQ и YoY,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4233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Прочие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26,63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21,26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14,96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−30%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3,00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2,72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Настройка Контур.Маркет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2,93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+102%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Сертификат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Услуги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Прогноз 2026 · Маркет и ОФД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вывод по продукту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недобор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 к году — падение спроса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−21 %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Годовой план (Продукт = Маркет)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119,0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Прогноз года (база)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102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Факт за 5 мес · 91% плана периода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44,5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Выполнение плана · коридор 78–91%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86 %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Маркет — выполнение плана 2026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ontserrat"/>
              </a:rPr>
              <a:t>Маркет — план / факт / прогноз 2026, млн 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86800" y="1944000"/>
          <a:ext cx="11016000" cy="414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вывод по продукту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перевыполнение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 к году (план консервативен)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−16 %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Годовой план (проект п453)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37,5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Прогноз года (база)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43,3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Факт за 5 мес · 123% плана периода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18,9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Выполнение плана · коридор 103–124%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115 %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ОФД — выполнение плана 2026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ontserrat"/>
              </a:rPr>
              <a:t>ОФД — план / факт / прогноз 2026, млн 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86800" y="1944000"/>
          <a:ext cx="11016000" cy="414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Контекстная реклама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Расход / выручка (ДРР)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≈ 3,8×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CPO — стоимость оплаты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46,8 тыс ₽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Расход (янв 2025 – май 2026)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14,7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CPL — средний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10,0 тыс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Оплат привлечено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315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Выручка по целевым лидам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3,9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Маркет — эффективность контекста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Расход / выручка (ДРР)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≈ 2,5×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CPO · в 2,6× дешевле Маркета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17,9 тыс ₽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Расход (янв 2025 – май 2026)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7,1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CPL — средний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4,5 тыс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Оплат привлечено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397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Выручка по целевым лидам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2,8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ОФД — эффективность контекста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g3519c67af3f_0_60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Итоги Q1 2026: ключевые выводы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8" name="Google Shape;548;g3519c67af3f_0_604"/>
          <p:cNvSpPr txBox="1"/>
          <p:nvPr/>
        </p:nvSpPr>
        <p:spPr>
          <a:xfrm>
            <a:off x="587375" y="2528900"/>
            <a:ext cx="52137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ки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Длинный текст маркированного списка в две или даже в три 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9" name="Google Shape;549;g3519c67af3f_0_604"/>
          <p:cNvSpPr txBox="1"/>
          <p:nvPr/>
        </p:nvSpPr>
        <p:spPr>
          <a:xfrm>
            <a:off x="6657075" y="2528900"/>
            <a:ext cx="4947900" cy="34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Длинный текст маркированного списка в две или даже в три 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9" name="Google Shape;869;p29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0" name="Google Shape;87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92621" y="781822"/>
            <a:ext cx="3209260" cy="320926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9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/>
              <a:t>Имя Фамилия</a:t>
            </a:r>
            <a:endParaRPr/>
          </a:p>
        </p:txBody>
      </p:sp>
      <p:sp>
        <p:nvSpPr>
          <p:cNvPr id="872" name="Google Shape;872;p29"/>
          <p:cNvSpPr txBox="1"/>
          <p:nvPr>
            <p:ph idx="4294967295" type="body"/>
          </p:nvPr>
        </p:nvSpPr>
        <p:spPr>
          <a:xfrm>
            <a:off x="587375" y="4551879"/>
            <a:ext cx="653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2000"/>
              <a:t>должность</a:t>
            </a:r>
            <a:endParaRPr sz="2000"/>
          </a:p>
        </p:txBody>
      </p:sp>
      <p:sp>
        <p:nvSpPr>
          <p:cNvPr id="873" name="Google Shape;873;p29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 sz="5000">
                <a:latin typeface="Montserrat"/>
                <a:ea typeface="Montserrat"/>
                <a:cs typeface="Montserrat"/>
                <a:sym typeface="Montserrat"/>
              </a:rPr>
              <a:t>Благодарю</a:t>
            </a:r>
            <a:endParaRPr b="1" sz="5000">
              <a:latin typeface="Montserrat"/>
              <a:ea typeface="Montserrat"/>
              <a:cs typeface="Montserrat"/>
              <a:sym typeface="Montserrat"/>
            </a:endParaRPr>
          </a:p>
          <a:p>
            <a:r>
              <a:rPr b="1" lang="ru-RU" sz="5000"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</a:p>
        </p:txBody>
      </p:sp>
      <p:sp>
        <p:nvSpPr>
          <p:cNvPr id="874" name="Google Shape;874;p29"/>
          <p:cNvSpPr txBox="1"/>
          <p:nvPr/>
        </p:nvSpPr>
        <p:spPr>
          <a:xfrm>
            <a:off x="8183217" y="5935162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kontur.ru</a:t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5" name="Google Shape;875;p29"/>
          <p:cNvSpPr/>
          <p:nvPr/>
        </p:nvSpPr>
        <p:spPr>
          <a:xfrm>
            <a:off x="8847975" y="2154275"/>
            <a:ext cx="2062200" cy="426300"/>
          </a:xfrm>
          <a:prstGeom prst="roundRect">
            <a:avLst>
              <a:gd fmla="val 2757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Место под qr-код</a:t>
            </a:r>
            <a:endParaRPr b="0" i="0" sz="13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ahyp="http://schemas.microsoft.com/office/drawing/2018/hyperlinkcolor">
        <p:nvSpPr>
          <p:cNvPr id="876" name="Google Shape;876;p29"/>
          <p:cNvSpPr txBox="1"/>
          <p:nvPr/>
        </p:nvSpPr>
        <p:spPr>
          <a:xfrm>
            <a:off x="7997325" y="4763013"/>
            <a:ext cx="36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cap="none" strike="noStrike">
                <a:solidFill>
                  <a:srgbClr val="0671F6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Сервис для сокращения ссылок</a:t>
            </a:r>
            <a:endParaRPr b="0" i="0" cap="none" strike="noStrike">
              <a:solidFill>
                <a:srgbClr val="2191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ahyp="http://schemas.microsoft.com/office/drawing/2018/hyperlinkcolor">
        <p:nvSpPr>
          <p:cNvPr id="877" name="Google Shape;877;p29"/>
          <p:cNvSpPr txBox="1"/>
          <p:nvPr/>
        </p:nvSpPr>
        <p:spPr>
          <a:xfrm>
            <a:off x="7997251" y="4436957"/>
            <a:ext cx="36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>
                <a:solidFill>
                  <a:srgbClr val="0671F6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Как сделать QR-код</a:t>
            </a:r>
            <a:endParaRPr b="0" i="0" cap="none" strike="noStrike">
              <a:solidFill>
                <a:srgbClr val="2191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heme Montserrat">
  <a:themeElements>
    <a:clrScheme name="Пользовательские 14">
      <a:dk1>
        <a:srgbClr val="000000"/>
      </a:dk1>
      <a:lt1>
        <a:srgbClr val="FEFFFE"/>
      </a:lt1>
      <a:dk2>
        <a:srgbClr val="F1F1F1"/>
      </a:dk2>
      <a:lt2>
        <a:srgbClr val="000000"/>
      </a:lt2>
      <a:accent1>
        <a:srgbClr val="2291FF"/>
      </a:accent1>
      <a:accent2>
        <a:srgbClr val="153177"/>
      </a:accent2>
      <a:accent3>
        <a:srgbClr val="FC7630"/>
      </a:accent3>
      <a:accent4>
        <a:srgbClr val="661429"/>
      </a:accent4>
      <a:accent5>
        <a:srgbClr val="26AD50"/>
      </a:accent5>
      <a:accent6>
        <a:srgbClr val="144942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