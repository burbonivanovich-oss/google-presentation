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333" r:id="rId108"/>
    <p:sldId id="334" r:id="rId109"/>
    <p:sldId id="335" r:id="rId110"/>
    <p:sldId id="336" r:id="rId111"/>
    <p:sldId id="337" r:id="rId112"/>
    <p:sldId id="338" r:id="rId113"/>
    <p:sldId id="339" r:id="rId114"/>
    <p:sldId id="340" r:id="rId115"/>
    <p:sldId id="341" r:id="rId116"/>
    <p:sldId id="342" r:id="rId117"/>
    <p:sldId id="343" r:id="rId118"/>
    <p:sldId id="344" r:id="rId119"/>
    <p:sldId id="345" r:id="rId120"/>
    <p:sldId id="346" r:id="rId121"/>
    <p:sldId id="347" r:id="rId122"/>
    <p:sldId id="348" r:id="rId123"/>
    <p:sldId id="349" r:id="rId124"/>
    <p:sldId id="350" r:id="rId125"/>
    <p:sldId id="351" r:id="rId126"/>
    <p:sldId id="352" r:id="rId127"/>
    <p:sldId id="353" r:id="rId128"/>
    <p:sldId id="354" r:id="rId129"/>
    <p:sldId id="355" r:id="rId130"/>
    <p:sldId id="356" r:id="rId131"/>
    <p:sldId id="357" r:id="rId132"/>
    <p:sldId id="358" r:id="rId133"/>
    <p:sldId id="359" r:id="rId134"/>
    <p:sldId id="360" r:id="rId135"/>
  </p:sldIdLst>
  <p:sldSz cy="6858000" cx="12192000"/>
  <p:notesSz cx="6858000" cy="9144000"/>
  <p:embeddedFontLst>
    <p:embeddedFont>
      <p:font typeface="Montserrat SemiBold"/>
      <p:regular r:id="rId83"/>
      <p:bold r:id="rId84"/>
      <p:italic r:id="rId85"/>
      <p:boldItalic r:id="rId86"/>
    </p:embeddedFont>
    <p:embeddedFont>
      <p:font typeface="Montserrat"/>
      <p:regular r:id="rId87"/>
      <p:bold r:id="rId88"/>
      <p:italic r:id="rId89"/>
      <p:boldItalic r:id="rId90"/>
    </p:embeddedFont>
    <p:embeddedFont>
      <p:font typeface="Geologica Medium"/>
      <p:regular r:id="rId91"/>
      <p:bold r:id="rId92"/>
    </p:embeddedFont>
    <p:embeddedFont>
      <p:font typeface="Montserrat Medium"/>
      <p:regular r:id="rId93"/>
      <p:bold r:id="rId94"/>
      <p:italic r:id="rId95"/>
      <p:boldItalic r:id="rId96"/>
    </p:embeddedFont>
    <p:embeddedFont>
      <p:font typeface="Tahoma"/>
      <p:regular r:id="rId97"/>
      <p:bold r:id="rId98"/>
    </p:embeddedFont>
    <p:embeddedFont>
      <p:font typeface="Montserrat Light"/>
      <p:regular r:id="rId99"/>
      <p:bold r:id="rId100"/>
      <p:italic r:id="rId101"/>
      <p:boldItalic r:id="rId102"/>
    </p:embeddedFont>
    <p:embeddedFont>
      <p:font typeface="Geologica"/>
      <p:regular r:id="rId103"/>
      <p:bold r:id="rId104"/>
    </p:embeddedFont>
    <p:embeddedFont>
      <p:font typeface="Geologica Light"/>
      <p:regular r:id="rId105"/>
      <p:bold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7" roundtripDataSignature="AMtx7mhkkw7CC3X4SKtyrjuMN+4L4akG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EF214A-4E6C-48F4-8E61-0A8840CC063F}">
  <a:tblStyle styleId="{14EF214A-4E6C-48F4-8E61-0A8840CC063F}" styleName="Table_0">
    <a:wholeTbl>
      <a:tcTxStyle b="off" i="off">
        <a:font>
          <a:latin typeface="Lab Grotesque K"/>
          <a:ea typeface="Lab Grotesque K"/>
          <a:cs typeface="Lab Grotesque K"/>
        </a:font>
        <a:srgbClr val="FEFFFE"/>
      </a:tcTxStyle>
      <a:tcStyle>
        <a:tcBdr>
          <a:lef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Lab Grotesque K"/>
          <a:ea typeface="Lab Grotesque K"/>
          <a:cs typeface="Lab Grotesque K"/>
        </a:font>
        <a:srgbClr val="000000"/>
      </a:tcTxStyle>
      <a:tcStyle>
        <a:fill>
          <a:solidFill>
            <a:srgbClr val="64D843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3" Type="http://schemas.openxmlformats.org/officeDocument/2006/relationships/font" Target="fonts/MontserratSemiBold-regular.fntdata"/><Relationship Id="rId84" Type="http://schemas.openxmlformats.org/officeDocument/2006/relationships/font" Target="fonts/MontserratSemiBold-bold.fntdata"/><Relationship Id="rId85" Type="http://schemas.openxmlformats.org/officeDocument/2006/relationships/font" Target="fonts/MontserratSemiBold-italic.fntdata"/><Relationship Id="rId86" Type="http://schemas.openxmlformats.org/officeDocument/2006/relationships/font" Target="fonts/MontserratSemiBold-boldItalic.fntdata"/><Relationship Id="rId87" Type="http://schemas.openxmlformats.org/officeDocument/2006/relationships/font" Target="fonts/Montserrat-regular.fntdata"/><Relationship Id="rId88" Type="http://schemas.openxmlformats.org/officeDocument/2006/relationships/font" Target="fonts/Montserrat-bold.fntdata"/><Relationship Id="rId89" Type="http://schemas.openxmlformats.org/officeDocument/2006/relationships/font" Target="fonts/Montserrat-italic.fntdata"/><Relationship Id="rId90" Type="http://schemas.openxmlformats.org/officeDocument/2006/relationships/font" Target="fonts/Montserrat-boldItalic.fntdata"/><Relationship Id="rId91" Type="http://schemas.openxmlformats.org/officeDocument/2006/relationships/font" Target="fonts/GeologicaMedium-regular.fntdata"/><Relationship Id="rId92" Type="http://schemas.openxmlformats.org/officeDocument/2006/relationships/font" Target="fonts/GeologicaMedium-bold.fntdata"/><Relationship Id="rId93" Type="http://schemas.openxmlformats.org/officeDocument/2006/relationships/font" Target="fonts/MontserratMedium-regular.fntdata"/><Relationship Id="rId94" Type="http://schemas.openxmlformats.org/officeDocument/2006/relationships/font" Target="fonts/MontserratMedium-bold.fntdata"/><Relationship Id="rId95" Type="http://schemas.openxmlformats.org/officeDocument/2006/relationships/font" Target="fonts/MontserratMedium-italic.fntdata"/><Relationship Id="rId96" Type="http://schemas.openxmlformats.org/officeDocument/2006/relationships/font" Target="fonts/MontserratMedium-boldItalic.fntdata"/><Relationship Id="rId97" Type="http://schemas.openxmlformats.org/officeDocument/2006/relationships/font" Target="fonts/Tahoma-regular.fntdata"/><Relationship Id="rId98" Type="http://schemas.openxmlformats.org/officeDocument/2006/relationships/font" Target="fonts/Tahoma-bold.fntdata"/><Relationship Id="rId99" Type="http://schemas.openxmlformats.org/officeDocument/2006/relationships/font" Target="fonts/MontserratLight-regular.fntdata"/><Relationship Id="rId100" Type="http://schemas.openxmlformats.org/officeDocument/2006/relationships/font" Target="fonts/MontserratLight-bold.fntdata"/><Relationship Id="rId101" Type="http://schemas.openxmlformats.org/officeDocument/2006/relationships/font" Target="fonts/MontserratLight-italic.fntdata"/><Relationship Id="rId102" Type="http://schemas.openxmlformats.org/officeDocument/2006/relationships/font" Target="fonts/MontserratLight-boldItalic.fntdata"/><Relationship Id="rId103" Type="http://schemas.openxmlformats.org/officeDocument/2006/relationships/font" Target="fonts/Geologica-regular.fntdata"/><Relationship Id="rId104" Type="http://schemas.openxmlformats.org/officeDocument/2006/relationships/font" Target="fonts/Geologica-bold.fntdata"/><Relationship Id="rId105" Type="http://schemas.openxmlformats.org/officeDocument/2006/relationships/font" Target="fonts/GeologicaLight-regular.fntdata"/><Relationship Id="rId106" Type="http://schemas.openxmlformats.org/officeDocument/2006/relationships/font" Target="fonts/GeologicaLight-bold.fntdata"/><Relationship Id="rId107" Type="http://customschemas.google.com/relationships/presentationmetadata" Target="metadata"/><Relationship Id="rId108" Type="http://schemas.openxmlformats.org/officeDocument/2006/relationships/slide" Target="slides/slide78.xml"/><Relationship Id="rId109" Type="http://schemas.openxmlformats.org/officeDocument/2006/relationships/slide" Target="slides/slide79.xml"/><Relationship Id="rId110" Type="http://schemas.openxmlformats.org/officeDocument/2006/relationships/slide" Target="slides/slide80.xml"/><Relationship Id="rId111" Type="http://schemas.openxmlformats.org/officeDocument/2006/relationships/slide" Target="slides/slide81.xml"/><Relationship Id="rId112" Type="http://schemas.openxmlformats.org/officeDocument/2006/relationships/slide" Target="slides/slide82.xml"/><Relationship Id="rId113" Type="http://schemas.openxmlformats.org/officeDocument/2006/relationships/slide" Target="slides/slide83.xml"/><Relationship Id="rId114" Type="http://schemas.openxmlformats.org/officeDocument/2006/relationships/slide" Target="slides/slide84.xml"/><Relationship Id="rId115" Type="http://schemas.openxmlformats.org/officeDocument/2006/relationships/slide" Target="slides/slide85.xml"/><Relationship Id="rId116" Type="http://schemas.openxmlformats.org/officeDocument/2006/relationships/slide" Target="slides/slide86.xml"/><Relationship Id="rId117" Type="http://schemas.openxmlformats.org/officeDocument/2006/relationships/slide" Target="slides/slide87.xml"/><Relationship Id="rId118" Type="http://schemas.openxmlformats.org/officeDocument/2006/relationships/slide" Target="slides/slide88.xml"/><Relationship Id="rId119" Type="http://schemas.openxmlformats.org/officeDocument/2006/relationships/slide" Target="slides/slide89.xml"/><Relationship Id="rId120" Type="http://schemas.openxmlformats.org/officeDocument/2006/relationships/slide" Target="slides/slide90.xml"/><Relationship Id="rId121" Type="http://schemas.openxmlformats.org/officeDocument/2006/relationships/slide" Target="slides/slide91.xml"/><Relationship Id="rId122" Type="http://schemas.openxmlformats.org/officeDocument/2006/relationships/slide" Target="slides/slide92.xml"/><Relationship Id="rId123" Type="http://schemas.openxmlformats.org/officeDocument/2006/relationships/slide" Target="slides/slide93.xml"/><Relationship Id="rId124" Type="http://schemas.openxmlformats.org/officeDocument/2006/relationships/slide" Target="slides/slide94.xml"/><Relationship Id="rId125" Type="http://schemas.openxmlformats.org/officeDocument/2006/relationships/slide" Target="slides/slide95.xml"/><Relationship Id="rId126" Type="http://schemas.openxmlformats.org/officeDocument/2006/relationships/slide" Target="slides/slide96.xml"/><Relationship Id="rId127" Type="http://schemas.openxmlformats.org/officeDocument/2006/relationships/slide" Target="slides/slide97.xml"/><Relationship Id="rId128" Type="http://schemas.openxmlformats.org/officeDocument/2006/relationships/slide" Target="slides/slide98.xml"/><Relationship Id="rId129" Type="http://schemas.openxmlformats.org/officeDocument/2006/relationships/slide" Target="slides/slide99.xml"/><Relationship Id="rId130" Type="http://schemas.openxmlformats.org/officeDocument/2006/relationships/slide" Target="slides/slide100.xml"/><Relationship Id="rId131" Type="http://schemas.openxmlformats.org/officeDocument/2006/relationships/slide" Target="slides/slide101.xml"/><Relationship Id="rId132" Type="http://schemas.openxmlformats.org/officeDocument/2006/relationships/slide" Target="slides/slide102.xml"/><Relationship Id="rId133" Type="http://schemas.openxmlformats.org/officeDocument/2006/relationships/slide" Target="slides/slide103.xml"/><Relationship Id="rId134" Type="http://schemas.openxmlformats.org/officeDocument/2006/relationships/slide" Target="slides/slide104.xml"/><Relationship Id="rId135" Type="http://schemas.openxmlformats.org/officeDocument/2006/relationships/slide" Target="slides/slide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ln w="28575">
              <a:solidFill>
                <a:srgbClr val="C2C8D0"/>
              </a:solidFill>
            </a:ln>
          </c:spPr>
          <c:marker>
            <c:symbol val="circle"/>
            <c:size val="7"/>
            <c:spPr>
              <a:solidFill>
                <a:srgbClr val="C2C8D0"/>
              </a:solidFill>
              <a:ln>
                <a:solidFill>
                  <a:srgbClr val="C2C8D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9.78</c:v>
                </c:pt>
                <c:pt idx="1">
                  <c:v>9.46</c:v>
                </c:pt>
                <c:pt idx="2">
                  <c:v>10.98</c:v>
                </c:pt>
                <c:pt idx="3">
                  <c:v>10.45</c:v>
                </c:pt>
                <c:pt idx="4">
                  <c:v>8.36</c:v>
                </c:pt>
                <c:pt idx="5">
                  <c:v>10.32</c:v>
                </c:pt>
                <c:pt idx="6">
                  <c:v>10.13</c:v>
                </c:pt>
                <c:pt idx="7">
                  <c:v>9.01</c:v>
                </c:pt>
                <c:pt idx="8">
                  <c:v>8.79</c:v>
                </c:pt>
                <c:pt idx="9">
                  <c:v>9.95</c:v>
                </c:pt>
                <c:pt idx="10">
                  <c:v>9.71</c:v>
                </c:pt>
                <c:pt idx="11">
                  <c:v>12.1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ln w="41275">
              <a:solidFill>
                <a:srgbClr val="153177"/>
              </a:solidFill>
            </a:ln>
          </c:spPr>
          <c:marker>
            <c:symbol val="circle"/>
            <c:size val="7"/>
            <c:spPr>
              <a:solidFill>
                <a:srgbClr val="153177"/>
              </a:solidFill>
              <a:ln>
                <a:solidFill>
                  <a:srgbClr val="153177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8.24</c:v>
                </c:pt>
                <c:pt idx="1">
                  <c:v>9.2</c:v>
                </c:pt>
                <c:pt idx="2">
                  <c:v>10.26</c:v>
                </c:pt>
                <c:pt idx="3">
                  <c:v>8.99</c:v>
                </c:pt>
                <c:pt idx="4">
                  <c:v>7.78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Прогноз</c:v>
                </c:pt>
              </c:strCache>
            </c:strRef>
          </c:tx>
          <c:spPr>
            <a:ln w="41275">
              <a:solidFill>
                <a:srgbClr val="26AD50"/>
              </a:solidFill>
              <a:prstDash val="lgDash"/>
            </a:ln>
          </c:spPr>
          <c:marker>
            <c:symbol val="circle"/>
            <c:size val="7"/>
            <c:spPr>
              <a:solidFill>
                <a:srgbClr val="26AD50"/>
              </a:solidFill>
              <a:ln>
                <a:solidFill>
                  <a:srgbClr val="26AD5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4">
                  <c:v>7.78</c:v>
                </c:pt>
                <c:pt idx="5">
                  <c:v>9.41</c:v>
                </c:pt>
                <c:pt idx="6">
                  <c:v>9.24</c:v>
                </c:pt>
                <c:pt idx="7">
                  <c:v>8.22</c:v>
                </c:pt>
                <c:pt idx="8">
                  <c:v>8.02</c:v>
                </c:pt>
                <c:pt idx="9">
                  <c:v>9.08</c:v>
                </c:pt>
                <c:pt idx="10">
                  <c:v>8.86</c:v>
                </c:pt>
                <c:pt idx="11">
                  <c:v>11.04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F1F1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rgbClr val="5A6573"/>
              </a:solidFill>
              <a:latin typeface="Montserra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ln w="28575">
              <a:solidFill>
                <a:srgbClr val="C2C8D0"/>
              </a:solidFill>
            </a:ln>
          </c:spPr>
          <c:marker>
            <c:symbol val="circle"/>
            <c:size val="7"/>
            <c:spPr>
              <a:solidFill>
                <a:srgbClr val="C2C8D0"/>
              </a:solidFill>
              <a:ln>
                <a:solidFill>
                  <a:srgbClr val="C2C8D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2.81</c:v>
                </c:pt>
                <c:pt idx="1">
                  <c:v>3.11</c:v>
                </c:pt>
                <c:pt idx="2">
                  <c:v>3.18</c:v>
                </c:pt>
                <c:pt idx="3">
                  <c:v>3.24</c:v>
                </c:pt>
                <c:pt idx="4">
                  <c:v>2.97</c:v>
                </c:pt>
                <c:pt idx="5">
                  <c:v>3.04</c:v>
                </c:pt>
                <c:pt idx="6">
                  <c:v>3.03</c:v>
                </c:pt>
                <c:pt idx="7">
                  <c:v>2.99</c:v>
                </c:pt>
                <c:pt idx="8">
                  <c:v>2.9</c:v>
                </c:pt>
                <c:pt idx="9">
                  <c:v>3.28</c:v>
                </c:pt>
                <c:pt idx="10">
                  <c:v>3.2</c:v>
                </c:pt>
                <c:pt idx="11">
                  <c:v>3.79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ln w="41275">
              <a:solidFill>
                <a:srgbClr val="153177"/>
              </a:solidFill>
            </a:ln>
          </c:spPr>
          <c:marker>
            <c:symbol val="circle"/>
            <c:size val="7"/>
            <c:spPr>
              <a:solidFill>
                <a:srgbClr val="153177"/>
              </a:solidFill>
              <a:ln>
                <a:solidFill>
                  <a:srgbClr val="153177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4.05</c:v>
                </c:pt>
                <c:pt idx="1">
                  <c:v>4.12</c:v>
                </c:pt>
                <c:pt idx="2">
                  <c:v>4.18</c:v>
                </c:pt>
                <c:pt idx="3">
                  <c:v>3.71</c:v>
                </c:pt>
                <c:pt idx="4">
                  <c:v>2.84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Прогноз</c:v>
                </c:pt>
              </c:strCache>
            </c:strRef>
          </c:tx>
          <c:spPr>
            <a:ln w="41275">
              <a:solidFill>
                <a:srgbClr val="26AD50"/>
              </a:solidFill>
              <a:prstDash val="lgDash"/>
            </a:ln>
          </c:spPr>
          <c:marker>
            <c:symbol val="circle"/>
            <c:size val="7"/>
            <c:spPr>
              <a:solidFill>
                <a:srgbClr val="26AD50"/>
              </a:solidFill>
              <a:ln>
                <a:solidFill>
                  <a:srgbClr val="26AD5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4">
                  <c:v>2.84</c:v>
                </c:pt>
                <c:pt idx="5">
                  <c:v>3.6</c:v>
                </c:pt>
                <c:pt idx="6">
                  <c:v>3.4</c:v>
                </c:pt>
                <c:pt idx="7">
                  <c:v>3.1</c:v>
                </c:pt>
                <c:pt idx="8">
                  <c:v>3.1</c:v>
                </c:pt>
                <c:pt idx="9">
                  <c:v>3.4</c:v>
                </c:pt>
                <c:pt idx="10">
                  <c:v>3.2</c:v>
                </c:pt>
                <c:pt idx="11">
                  <c:v>4.5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F1F1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rgbClr val="5A6573"/>
              </a:solidFill>
              <a:latin typeface="Montserra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тбивка_1">
  <p:cSld name="Отбивка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 txBox="1"/>
          <p:nvPr>
            <p:ph type="title"/>
          </p:nvPr>
        </p:nvSpPr>
        <p:spPr>
          <a:xfrm>
            <a:off x="587375" y="584200"/>
            <a:ext cx="6118225" cy="558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>
  <p:cSld name="Таблица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">
  <p:cSld name="Текстовый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idx="1" type="body"/>
          </p:nvPr>
        </p:nvSpPr>
        <p:spPr>
          <a:xfrm>
            <a:off x="587375" y="584200"/>
            <a:ext cx="11017250" cy="558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список">
  <p:cSld name="Заголовок в 1 строку + список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idx="1" type="body"/>
          </p:nvPr>
        </p:nvSpPr>
        <p:spPr>
          <a:xfrm>
            <a:off x="587375" y="2528889"/>
            <a:ext cx="11017251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2 колонки">
  <p:cSld name="Заголовок + текст 2 колонки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idx="1" type="body"/>
          </p:nvPr>
        </p:nvSpPr>
        <p:spPr>
          <a:xfrm>
            <a:off x="58737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2" type="body"/>
          </p:nvPr>
        </p:nvSpPr>
        <p:spPr>
          <a:xfrm>
            <a:off x="638462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Титул 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7"/>
          <p:cNvSpPr txBox="1"/>
          <p:nvPr>
            <p:ph type="title"/>
          </p:nvPr>
        </p:nvSpPr>
        <p:spPr>
          <a:xfrm>
            <a:off x="594749" y="584200"/>
            <a:ext cx="7588468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1" name="Google Shape;31;p67"/>
          <p:cNvSpPr txBox="1"/>
          <p:nvPr>
            <p:ph idx="1" type="body"/>
          </p:nvPr>
        </p:nvSpPr>
        <p:spPr>
          <a:xfrm>
            <a:off x="8183217" y="5875893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67"/>
          <p:cNvSpPr txBox="1"/>
          <p:nvPr>
            <p:ph idx="2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67"/>
          <p:cNvSpPr txBox="1"/>
          <p:nvPr>
            <p:ph idx="3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4" name="Google Shape;3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"/>
          <p:cNvSpPr txBox="1"/>
          <p:nvPr>
            <p:ph type="title"/>
          </p:nvPr>
        </p:nvSpPr>
        <p:spPr>
          <a:xfrm>
            <a:off x="594749" y="584200"/>
            <a:ext cx="5400000" cy="3013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7" name="Google Shape;37;p49"/>
          <p:cNvSpPr txBox="1"/>
          <p:nvPr>
            <p:ph idx="1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2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3" type="body"/>
          </p:nvPr>
        </p:nvSpPr>
        <p:spPr>
          <a:xfrm>
            <a:off x="8183217" y="5889341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/>
          <p:nvPr/>
        </p:nvSpPr>
        <p:spPr>
          <a:xfrm>
            <a:off x="7105925" y="1143250"/>
            <a:ext cx="3959400" cy="395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sp>
        <p:nvSpPr>
          <p:cNvPr id="41" name="Google Shape;41;p49"/>
          <p:cNvSpPr/>
          <p:nvPr>
            <p:ph idx="4" type="pic"/>
          </p:nvPr>
        </p:nvSpPr>
        <p:spPr>
          <a:xfrm>
            <a:off x="7637939" y="6044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42" name="Google Shape;4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Титул 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870f9e6fac_0_7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45" name="Google Shape;45;g2870f9e6fac_0_7"/>
          <p:cNvSpPr/>
          <p:nvPr>
            <p:ph idx="2" type="pic"/>
          </p:nvPr>
        </p:nvSpPr>
        <p:spPr>
          <a:xfrm>
            <a:off x="7098224" y="584200"/>
            <a:ext cx="4500000" cy="5581649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46" name="Google Shape;46;g2870f9e6fac_0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2870f9e6fac_0_7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2870f9e6fac_0_7"/>
          <p:cNvSpPr txBox="1"/>
          <p:nvPr>
            <p:ph idx="3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текст">
  <p:cSld name="Заголовок в 1 строку + текст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1" name="Google Shape;51;p55"/>
          <p:cNvSpPr txBox="1"/>
          <p:nvPr>
            <p:ph idx="1" type="body"/>
          </p:nvPr>
        </p:nvSpPr>
        <p:spPr>
          <a:xfrm>
            <a:off x="587375" y="2528888"/>
            <a:ext cx="11017251" cy="3636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рупный тезис">
  <p:cSld name="Крупный тезис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/>
          <p:nvPr>
            <p:ph idx="1" type="body"/>
          </p:nvPr>
        </p:nvSpPr>
        <p:spPr>
          <a:xfrm>
            <a:off x="587375" y="5075583"/>
            <a:ext cx="7200000" cy="1090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57"/>
          <p:cNvSpPr txBox="1"/>
          <p:nvPr>
            <p:ph type="title"/>
          </p:nvPr>
        </p:nvSpPr>
        <p:spPr>
          <a:xfrm>
            <a:off x="587375" y="584200"/>
            <a:ext cx="7200000" cy="3608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цифры крупно">
  <p:cSld name="2 цифры крупно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/>
          <p:nvPr>
            <p:ph idx="1" type="subTitle"/>
          </p:nvPr>
        </p:nvSpPr>
        <p:spPr>
          <a:xfrm>
            <a:off x="587375" y="4332747"/>
            <a:ext cx="4679284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58"/>
          <p:cNvSpPr txBox="1"/>
          <p:nvPr>
            <p:ph idx="2" type="body"/>
          </p:nvPr>
        </p:nvSpPr>
        <p:spPr>
          <a:xfrm>
            <a:off x="587374" y="2882349"/>
            <a:ext cx="4679285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0"/>
              <a:buNone/>
              <a:defRPr b="1" sz="11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58"/>
          <p:cNvSpPr txBox="1"/>
          <p:nvPr>
            <p:ph idx="3" type="body"/>
          </p:nvPr>
        </p:nvSpPr>
        <p:spPr>
          <a:xfrm>
            <a:off x="6116209" y="2882349"/>
            <a:ext cx="4679284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0"/>
              <a:buNone/>
              <a:defRPr b="1" sz="11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58"/>
          <p:cNvSpPr txBox="1"/>
          <p:nvPr>
            <p:ph idx="4" type="body"/>
          </p:nvPr>
        </p:nvSpPr>
        <p:spPr>
          <a:xfrm>
            <a:off x="6116208" y="4332748"/>
            <a:ext cx="4679283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фактов">
  <p:cSld name="6 важных цифр 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2" type="body"/>
          </p:nvPr>
        </p:nvSpPr>
        <p:spPr>
          <a:xfrm>
            <a:off x="8148863" y="3809879"/>
            <a:ext cx="3239996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" name="Google Shape;64;p63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63"/>
          <p:cNvSpPr txBox="1"/>
          <p:nvPr>
            <p:ph idx="4" type="body"/>
          </p:nvPr>
        </p:nvSpPr>
        <p:spPr>
          <a:xfrm>
            <a:off x="8148863" y="1382737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7" name="Google Shape;67;p63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63"/>
          <p:cNvSpPr txBox="1"/>
          <p:nvPr>
            <p:ph idx="6" type="body"/>
          </p:nvPr>
        </p:nvSpPr>
        <p:spPr>
          <a:xfrm>
            <a:off x="58601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69" name="Google Shape;69;p63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8" type="body"/>
          </p:nvPr>
        </p:nvSpPr>
        <p:spPr>
          <a:xfrm>
            <a:off x="586013" y="3809879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" name="Google Shape;71;p63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3"/>
          <p:cNvSpPr txBox="1"/>
          <p:nvPr>
            <p:ph idx="13" type="body"/>
          </p:nvPr>
        </p:nvSpPr>
        <p:spPr>
          <a:xfrm>
            <a:off x="437696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" name="Google Shape;73;p63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3"/>
          <p:cNvSpPr txBox="1"/>
          <p:nvPr>
            <p:ph idx="15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аймлайн">
  <p:cSld name="1_таймлайн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9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pic>
        <p:nvPicPr>
          <p:cNvPr id="77" name="Google Shape;7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6291" y="2966453"/>
            <a:ext cx="10838331" cy="7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акта">
  <p:cSld name="3 факта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/>
          <p:nvPr>
            <p:ph idx="1" type="body"/>
          </p:nvPr>
        </p:nvSpPr>
        <p:spPr>
          <a:xfrm>
            <a:off x="587375" y="3485314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80" name="Google Shape;80;p60"/>
          <p:cNvSpPr txBox="1"/>
          <p:nvPr>
            <p:ph idx="2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60"/>
          <p:cNvSpPr txBox="1"/>
          <p:nvPr>
            <p:ph idx="3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60"/>
          <p:cNvSpPr txBox="1"/>
          <p:nvPr>
            <p:ph idx="4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0"/>
          <p:cNvSpPr txBox="1"/>
          <p:nvPr>
            <p:ph idx="5" type="body"/>
          </p:nvPr>
        </p:nvSpPr>
        <p:spPr>
          <a:xfrm>
            <a:off x="4195798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84" name="Google Shape;84;p60"/>
          <p:cNvSpPr txBox="1"/>
          <p:nvPr>
            <p:ph idx="6" type="body"/>
          </p:nvPr>
        </p:nvSpPr>
        <p:spPr>
          <a:xfrm>
            <a:off x="7804221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85" name="Google Shape;85;p6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">
  <p:cSld name="5 фактов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2"/>
          <p:cNvSpPr txBox="1"/>
          <p:nvPr>
            <p:ph idx="1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62"/>
          <p:cNvSpPr txBox="1"/>
          <p:nvPr>
            <p:ph idx="2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2"/>
          <p:cNvSpPr txBox="1"/>
          <p:nvPr>
            <p:ph idx="3" type="body"/>
          </p:nvPr>
        </p:nvSpPr>
        <p:spPr>
          <a:xfrm>
            <a:off x="4362302" y="2550355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0" name="Google Shape;90;p62"/>
          <p:cNvSpPr txBox="1"/>
          <p:nvPr>
            <p:ph idx="4" type="body"/>
          </p:nvPr>
        </p:nvSpPr>
        <p:spPr>
          <a:xfrm>
            <a:off x="814886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1" name="Google Shape;91;p62"/>
          <p:cNvSpPr txBox="1"/>
          <p:nvPr>
            <p:ph idx="5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2"/>
          <p:cNvSpPr txBox="1"/>
          <p:nvPr>
            <p:ph idx="6" type="body"/>
          </p:nvPr>
        </p:nvSpPr>
        <p:spPr>
          <a:xfrm>
            <a:off x="814886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3" name="Google Shape;93;p62"/>
          <p:cNvSpPr txBox="1"/>
          <p:nvPr>
            <p:ph type="title"/>
          </p:nvPr>
        </p:nvSpPr>
        <p:spPr>
          <a:xfrm>
            <a:off x="587375" y="584200"/>
            <a:ext cx="11017249" cy="66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4" name="Google Shape;94;p62"/>
          <p:cNvSpPr txBox="1"/>
          <p:nvPr>
            <p:ph idx="7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62"/>
          <p:cNvSpPr txBox="1"/>
          <p:nvPr>
            <p:ph idx="8" type="body"/>
          </p:nvPr>
        </p:nvSpPr>
        <p:spPr>
          <a:xfrm>
            <a:off x="58601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6" name="Google Shape;96;p62"/>
          <p:cNvSpPr txBox="1"/>
          <p:nvPr>
            <p:ph idx="9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62"/>
          <p:cNvSpPr txBox="1"/>
          <p:nvPr>
            <p:ph idx="13" type="body"/>
          </p:nvPr>
        </p:nvSpPr>
        <p:spPr>
          <a:xfrm>
            <a:off x="58601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SemiBold"/>
              <a:buNone/>
              <a:defRPr sz="6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иконки">
  <p:cSld name="3 иконки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4"/>
          <p:cNvSpPr txBox="1"/>
          <p:nvPr>
            <p:ph idx="1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" name="Google Shape;100;p64"/>
          <p:cNvSpPr txBox="1"/>
          <p:nvPr>
            <p:ph idx="2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64"/>
          <p:cNvSpPr txBox="1"/>
          <p:nvPr>
            <p:ph idx="3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64"/>
          <p:cNvSpPr/>
          <p:nvPr>
            <p:ph idx="4" type="pic"/>
          </p:nvPr>
        </p:nvSpPr>
        <p:spPr>
          <a:xfrm>
            <a:off x="587375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64"/>
          <p:cNvSpPr/>
          <p:nvPr>
            <p:ph idx="5" type="pic"/>
          </p:nvPr>
        </p:nvSpPr>
        <p:spPr>
          <a:xfrm>
            <a:off x="4185341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64"/>
          <p:cNvSpPr/>
          <p:nvPr>
            <p:ph idx="6" type="pic"/>
          </p:nvPr>
        </p:nvSpPr>
        <p:spPr>
          <a:xfrm>
            <a:off x="7770054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64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иконки на слайде">
  <p:cSld name="4 иконки на слайде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5"/>
          <p:cNvSpPr txBox="1"/>
          <p:nvPr>
            <p:ph idx="1" type="body"/>
          </p:nvPr>
        </p:nvSpPr>
        <p:spPr>
          <a:xfrm>
            <a:off x="1378204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8" name="Google Shape;108;p65"/>
          <p:cNvSpPr/>
          <p:nvPr>
            <p:ph idx="2" type="pic"/>
          </p:nvPr>
        </p:nvSpPr>
        <p:spPr>
          <a:xfrm>
            <a:off x="587375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65"/>
          <p:cNvSpPr txBox="1"/>
          <p:nvPr>
            <p:ph idx="3" type="body"/>
          </p:nvPr>
        </p:nvSpPr>
        <p:spPr>
          <a:xfrm>
            <a:off x="1378204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0" name="Google Shape;110;p65"/>
          <p:cNvSpPr/>
          <p:nvPr>
            <p:ph idx="4" type="pic"/>
          </p:nvPr>
        </p:nvSpPr>
        <p:spPr>
          <a:xfrm>
            <a:off x="587375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65"/>
          <p:cNvSpPr txBox="1"/>
          <p:nvPr>
            <p:ph idx="5" type="body"/>
          </p:nvPr>
        </p:nvSpPr>
        <p:spPr>
          <a:xfrm>
            <a:off x="1379533" y="509864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65"/>
          <p:cNvSpPr txBox="1"/>
          <p:nvPr>
            <p:ph idx="6" type="body"/>
          </p:nvPr>
        </p:nvSpPr>
        <p:spPr>
          <a:xfrm>
            <a:off x="7162778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3" name="Google Shape;113;p65"/>
          <p:cNvSpPr/>
          <p:nvPr>
            <p:ph idx="7" type="pic"/>
          </p:nvPr>
        </p:nvSpPr>
        <p:spPr>
          <a:xfrm>
            <a:off x="6371949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65"/>
          <p:cNvSpPr txBox="1"/>
          <p:nvPr>
            <p:ph idx="8" type="body"/>
          </p:nvPr>
        </p:nvSpPr>
        <p:spPr>
          <a:xfrm>
            <a:off x="7162778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5" name="Google Shape;115;p65"/>
          <p:cNvSpPr/>
          <p:nvPr>
            <p:ph idx="9" type="pic"/>
          </p:nvPr>
        </p:nvSpPr>
        <p:spPr>
          <a:xfrm>
            <a:off x="6371949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65"/>
          <p:cNvSpPr txBox="1"/>
          <p:nvPr>
            <p:ph idx="13" type="body"/>
          </p:nvPr>
        </p:nvSpPr>
        <p:spPr>
          <a:xfrm>
            <a:off x="7164107" y="509864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65"/>
          <p:cNvSpPr txBox="1"/>
          <p:nvPr>
            <p:ph idx="14" type="body"/>
          </p:nvPr>
        </p:nvSpPr>
        <p:spPr>
          <a:xfrm>
            <a:off x="7164107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65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119" name="Google Shape;119;p65"/>
          <p:cNvSpPr txBox="1"/>
          <p:nvPr>
            <p:ph idx="15" type="body"/>
          </p:nvPr>
        </p:nvSpPr>
        <p:spPr>
          <a:xfrm>
            <a:off x="1375198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линейных иконок на слайде">
  <p:cSld name="6 иконок на слайде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6"/>
          <p:cNvSpPr/>
          <p:nvPr>
            <p:ph idx="2" type="pic"/>
          </p:nvPr>
        </p:nvSpPr>
        <p:spPr>
          <a:xfrm>
            <a:off x="587375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66"/>
          <p:cNvSpPr/>
          <p:nvPr>
            <p:ph idx="3" type="pic"/>
          </p:nvPr>
        </p:nvSpPr>
        <p:spPr>
          <a:xfrm>
            <a:off x="587375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66"/>
          <p:cNvSpPr txBox="1"/>
          <p:nvPr>
            <p:ph idx="1" type="body"/>
          </p:nvPr>
        </p:nvSpPr>
        <p:spPr>
          <a:xfrm>
            <a:off x="1379533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6"/>
          <p:cNvSpPr/>
          <p:nvPr>
            <p:ph idx="4" type="pic"/>
          </p:nvPr>
        </p:nvSpPr>
        <p:spPr>
          <a:xfrm>
            <a:off x="6371949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66"/>
          <p:cNvSpPr/>
          <p:nvPr>
            <p:ph idx="5" type="pic"/>
          </p:nvPr>
        </p:nvSpPr>
        <p:spPr>
          <a:xfrm>
            <a:off x="6371949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66"/>
          <p:cNvSpPr txBox="1"/>
          <p:nvPr>
            <p:ph idx="6" type="body"/>
          </p:nvPr>
        </p:nvSpPr>
        <p:spPr>
          <a:xfrm>
            <a:off x="7164107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66"/>
          <p:cNvSpPr txBox="1"/>
          <p:nvPr>
            <p:ph idx="7" type="body"/>
          </p:nvPr>
        </p:nvSpPr>
        <p:spPr>
          <a:xfrm>
            <a:off x="7164107" y="290462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66"/>
          <p:cNvSpPr/>
          <p:nvPr>
            <p:ph idx="8" type="pic"/>
          </p:nvPr>
        </p:nvSpPr>
        <p:spPr>
          <a:xfrm>
            <a:off x="587375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66"/>
          <p:cNvSpPr txBox="1"/>
          <p:nvPr>
            <p:ph idx="9" type="body"/>
          </p:nvPr>
        </p:nvSpPr>
        <p:spPr>
          <a:xfrm>
            <a:off x="1379533" y="5556250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66"/>
          <p:cNvSpPr/>
          <p:nvPr>
            <p:ph idx="13" type="pic"/>
          </p:nvPr>
        </p:nvSpPr>
        <p:spPr>
          <a:xfrm>
            <a:off x="6371949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66"/>
          <p:cNvSpPr txBox="1"/>
          <p:nvPr>
            <p:ph idx="14" type="body"/>
          </p:nvPr>
        </p:nvSpPr>
        <p:spPr>
          <a:xfrm>
            <a:off x="7164107" y="5556250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6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3" name="Google Shape;133;p66"/>
          <p:cNvSpPr txBox="1"/>
          <p:nvPr>
            <p:ph idx="15" type="body"/>
          </p:nvPr>
        </p:nvSpPr>
        <p:spPr>
          <a:xfrm>
            <a:off x="1388949" y="290462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навылет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9"/>
          <p:cNvSpPr txBox="1"/>
          <p:nvPr>
            <p:ph idx="1" type="body"/>
          </p:nvPr>
        </p:nvSpPr>
        <p:spPr>
          <a:xfrm>
            <a:off x="587375" y="2528888"/>
            <a:ext cx="594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69"/>
          <p:cNvSpPr/>
          <p:nvPr>
            <p:ph idx="2" type="pic"/>
          </p:nvPr>
        </p:nvSpPr>
        <p:spPr>
          <a:xfrm>
            <a:off x="7104624" y="0"/>
            <a:ext cx="50873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69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квадратное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2"/>
          <p:cNvSpPr txBox="1"/>
          <p:nvPr>
            <p:ph idx="1" type="body"/>
          </p:nvPr>
        </p:nvSpPr>
        <p:spPr>
          <a:xfrm>
            <a:off x="587375" y="2528888"/>
            <a:ext cx="4556997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02"/>
          <p:cNvSpPr txBox="1"/>
          <p:nvPr>
            <p:ph type="title"/>
          </p:nvPr>
        </p:nvSpPr>
        <p:spPr>
          <a:xfrm>
            <a:off x="587375" y="584200"/>
            <a:ext cx="4556998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2"/>
          <p:cNvSpPr/>
          <p:nvPr>
            <p:ph idx="2" type="pic"/>
          </p:nvPr>
        </p:nvSpPr>
        <p:spPr>
          <a:xfrm>
            <a:off x="6039748" y="584200"/>
            <a:ext cx="5564877" cy="55664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в маске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3"/>
          <p:cNvSpPr txBox="1"/>
          <p:nvPr>
            <p:ph idx="1" type="body"/>
          </p:nvPr>
        </p:nvSpPr>
        <p:spPr>
          <a:xfrm>
            <a:off x="587375" y="2528888"/>
            <a:ext cx="5941015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03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45" name="Google Shape;145;p103"/>
          <p:cNvSpPr/>
          <p:nvPr>
            <p:ph idx="2" type="pic"/>
          </p:nvPr>
        </p:nvSpPr>
        <p:spPr>
          <a:xfrm>
            <a:off x="7464056" y="584200"/>
            <a:ext cx="4140569" cy="6273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">
  <p:cSld name="3 фото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0"/>
          <p:cNvSpPr/>
          <p:nvPr>
            <p:ph idx="2" type="pic"/>
          </p:nvPr>
        </p:nvSpPr>
        <p:spPr>
          <a:xfrm>
            <a:off x="603401" y="59225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8" name="Google Shape;148;p70"/>
          <p:cNvSpPr/>
          <p:nvPr>
            <p:ph idx="3" type="pic"/>
          </p:nvPr>
        </p:nvSpPr>
        <p:spPr>
          <a:xfrm>
            <a:off x="4350001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9" name="Google Shape;149;p70"/>
          <p:cNvSpPr/>
          <p:nvPr>
            <p:ph idx="4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">
  <p:cSld name="2 фото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4d08330cf_0_11"/>
          <p:cNvSpPr/>
          <p:nvPr>
            <p:ph idx="2" type="pic"/>
          </p:nvPr>
        </p:nvSpPr>
        <p:spPr>
          <a:xfrm>
            <a:off x="603401" y="587376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2" name="Google Shape;152;g284d08330cf_0_11"/>
          <p:cNvSpPr/>
          <p:nvPr>
            <p:ph idx="3" type="pic"/>
          </p:nvPr>
        </p:nvSpPr>
        <p:spPr>
          <a:xfrm>
            <a:off x="4349750" y="587376"/>
            <a:ext cx="7238849" cy="5573700"/>
          </a:xfrm>
          <a:prstGeom prst="roundRect">
            <a:avLst>
              <a:gd fmla="val 1059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на весь слайд">
  <p:cSld name="Фото на весь слайд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1"/>
          <p:cNvSpPr/>
          <p:nvPr>
            <p:ph idx="2" type="pic"/>
          </p:nvPr>
        </p:nvSpPr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факта">
  <p:cSld name="3 карточки факта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2"/>
          <p:cNvSpPr/>
          <p:nvPr/>
        </p:nvSpPr>
        <p:spPr>
          <a:xfrm>
            <a:off x="587375" y="2318038"/>
            <a:ext cx="3482820" cy="3847378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2"/>
          <p:cNvSpPr/>
          <p:nvPr/>
        </p:nvSpPr>
        <p:spPr>
          <a:xfrm>
            <a:off x="4359276" y="2318038"/>
            <a:ext cx="3482820" cy="3847378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2"/>
          <p:cNvSpPr/>
          <p:nvPr/>
        </p:nvSpPr>
        <p:spPr>
          <a:xfrm>
            <a:off x="8131176" y="2318038"/>
            <a:ext cx="3482820" cy="3847378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2"/>
          <p:cNvSpPr txBox="1"/>
          <p:nvPr>
            <p:ph idx="1" type="body"/>
          </p:nvPr>
        </p:nvSpPr>
        <p:spPr>
          <a:xfrm>
            <a:off x="879482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0" name="Google Shape;160;p72"/>
          <p:cNvSpPr txBox="1"/>
          <p:nvPr>
            <p:ph idx="2" type="body"/>
          </p:nvPr>
        </p:nvSpPr>
        <p:spPr>
          <a:xfrm>
            <a:off x="4645159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1" name="Google Shape;161;p72"/>
          <p:cNvSpPr txBox="1"/>
          <p:nvPr>
            <p:ph idx="3" type="body"/>
          </p:nvPr>
        </p:nvSpPr>
        <p:spPr>
          <a:xfrm>
            <a:off x="8399240" y="2530940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2" name="Google Shape;162;p72"/>
          <p:cNvSpPr txBox="1"/>
          <p:nvPr>
            <p:ph idx="4" type="subTitle"/>
          </p:nvPr>
        </p:nvSpPr>
        <p:spPr>
          <a:xfrm>
            <a:off x="879482" y="4218550"/>
            <a:ext cx="2893472" cy="1635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3" name="Google Shape;163;p72"/>
          <p:cNvSpPr txBox="1"/>
          <p:nvPr>
            <p:ph idx="5" type="body"/>
          </p:nvPr>
        </p:nvSpPr>
        <p:spPr>
          <a:xfrm>
            <a:off x="4649508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72"/>
          <p:cNvSpPr txBox="1"/>
          <p:nvPr>
            <p:ph idx="6" type="body"/>
          </p:nvPr>
        </p:nvSpPr>
        <p:spPr>
          <a:xfrm>
            <a:off x="8419534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72"/>
          <p:cNvSpPr txBox="1"/>
          <p:nvPr>
            <p:ph idx="7" type="body"/>
          </p:nvPr>
        </p:nvSpPr>
        <p:spPr>
          <a:xfrm>
            <a:off x="879482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6" name="Google Shape;166;p72"/>
          <p:cNvSpPr txBox="1"/>
          <p:nvPr>
            <p:ph idx="8" type="body"/>
          </p:nvPr>
        </p:nvSpPr>
        <p:spPr>
          <a:xfrm>
            <a:off x="4649509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72"/>
          <p:cNvSpPr txBox="1"/>
          <p:nvPr>
            <p:ph idx="9" type="body"/>
          </p:nvPr>
        </p:nvSpPr>
        <p:spPr>
          <a:xfrm>
            <a:off x="8419535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8" name="Google Shape;168;p7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факта">
  <p:cSld name="4 карточки факта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3"/>
          <p:cNvSpPr/>
          <p:nvPr/>
        </p:nvSpPr>
        <p:spPr>
          <a:xfrm>
            <a:off x="587375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3"/>
          <p:cNvSpPr/>
          <p:nvPr/>
        </p:nvSpPr>
        <p:spPr>
          <a:xfrm>
            <a:off x="587375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3"/>
          <p:cNvSpPr/>
          <p:nvPr/>
        </p:nvSpPr>
        <p:spPr>
          <a:xfrm>
            <a:off x="6235467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3"/>
          <p:cNvSpPr/>
          <p:nvPr/>
        </p:nvSpPr>
        <p:spPr>
          <a:xfrm>
            <a:off x="6235467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3"/>
          <p:cNvSpPr txBox="1"/>
          <p:nvPr>
            <p:ph idx="1" type="body"/>
          </p:nvPr>
        </p:nvSpPr>
        <p:spPr>
          <a:xfrm>
            <a:off x="917625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5" name="Google Shape;175;p73"/>
          <p:cNvSpPr txBox="1"/>
          <p:nvPr>
            <p:ph idx="2" type="body"/>
          </p:nvPr>
        </p:nvSpPr>
        <p:spPr>
          <a:xfrm>
            <a:off x="917625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6" name="Google Shape;176;p73"/>
          <p:cNvSpPr txBox="1"/>
          <p:nvPr>
            <p:ph idx="3" type="body"/>
          </p:nvPr>
        </p:nvSpPr>
        <p:spPr>
          <a:xfrm>
            <a:off x="6574122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73"/>
          <p:cNvSpPr txBox="1"/>
          <p:nvPr>
            <p:ph idx="4" type="subTitle"/>
          </p:nvPr>
        </p:nvSpPr>
        <p:spPr>
          <a:xfrm>
            <a:off x="1716374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73"/>
          <p:cNvSpPr txBox="1"/>
          <p:nvPr>
            <p:ph idx="5" type="body"/>
          </p:nvPr>
        </p:nvSpPr>
        <p:spPr>
          <a:xfrm>
            <a:off x="6574122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9" name="Google Shape;179;p73"/>
          <p:cNvSpPr txBox="1"/>
          <p:nvPr>
            <p:ph idx="6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0" name="Google Shape;180;p73"/>
          <p:cNvSpPr txBox="1"/>
          <p:nvPr>
            <p:ph idx="7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1" name="Google Shape;181;p73"/>
          <p:cNvSpPr txBox="1"/>
          <p:nvPr>
            <p:ph idx="8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2" name="Google Shape;182;p7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а классика">
  <p:cSld name="4 карточки факта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1f89b903e_0_310"/>
          <p:cNvSpPr txBox="1"/>
          <p:nvPr>
            <p:ph idx="1" type="body"/>
          </p:nvPr>
        </p:nvSpPr>
        <p:spPr>
          <a:xfrm>
            <a:off x="587375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5" name="Google Shape;185;g2c1f89b903e_0_310"/>
          <p:cNvSpPr txBox="1"/>
          <p:nvPr>
            <p:ph idx="2" type="body"/>
          </p:nvPr>
        </p:nvSpPr>
        <p:spPr>
          <a:xfrm>
            <a:off x="587375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6" name="Google Shape;186;g2c1f89b903e_0_310"/>
          <p:cNvSpPr txBox="1"/>
          <p:nvPr>
            <p:ph idx="3" type="body"/>
          </p:nvPr>
        </p:nvSpPr>
        <p:spPr>
          <a:xfrm>
            <a:off x="6574122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7" name="Google Shape;187;g2c1f89b903e_0_310"/>
          <p:cNvSpPr txBox="1"/>
          <p:nvPr>
            <p:ph idx="4" type="subTitle"/>
          </p:nvPr>
        </p:nvSpPr>
        <p:spPr>
          <a:xfrm>
            <a:off x="1386124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8" name="Google Shape;188;g2c1f89b903e_0_310"/>
          <p:cNvSpPr txBox="1"/>
          <p:nvPr>
            <p:ph idx="5" type="body"/>
          </p:nvPr>
        </p:nvSpPr>
        <p:spPr>
          <a:xfrm>
            <a:off x="6574122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9" name="Google Shape;189;g2c1f89b903e_0_310"/>
          <p:cNvSpPr txBox="1"/>
          <p:nvPr>
            <p:ph idx="6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0" name="Google Shape;190;g2c1f89b903e_0_310"/>
          <p:cNvSpPr txBox="1"/>
          <p:nvPr>
            <p:ph idx="7" type="body"/>
          </p:nvPr>
        </p:nvSpPr>
        <p:spPr>
          <a:xfrm>
            <a:off x="138612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1" name="Google Shape;191;g2c1f89b903e_0_310"/>
          <p:cNvSpPr txBox="1"/>
          <p:nvPr>
            <p:ph idx="8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2" name="Google Shape;192;g2c1f89b903e_0_31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арточки иконки">
  <p:cSld name="2 карточки иконки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84d08330cf_0_140"/>
          <p:cNvSpPr/>
          <p:nvPr/>
        </p:nvSpPr>
        <p:spPr>
          <a:xfrm>
            <a:off x="587375" y="2318038"/>
            <a:ext cx="5369160" cy="3847378"/>
          </a:xfrm>
          <a:prstGeom prst="roundRect">
            <a:avLst>
              <a:gd fmla="val 455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284d08330cf_0_140"/>
          <p:cNvSpPr/>
          <p:nvPr/>
        </p:nvSpPr>
        <p:spPr>
          <a:xfrm>
            <a:off x="6235467" y="2318038"/>
            <a:ext cx="5368533" cy="3847378"/>
          </a:xfrm>
          <a:prstGeom prst="roundRect">
            <a:avLst>
              <a:gd fmla="val 455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84d08330cf_0_14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7" name="Google Shape;197;g284d08330cf_0_140"/>
          <p:cNvSpPr txBox="1"/>
          <p:nvPr>
            <p:ph idx="1" type="subTitle"/>
          </p:nvPr>
        </p:nvSpPr>
        <p:spPr>
          <a:xfrm>
            <a:off x="1665318" y="2537225"/>
            <a:ext cx="35343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8" name="Google Shape;198;g284d08330cf_0_140"/>
          <p:cNvSpPr txBox="1"/>
          <p:nvPr>
            <p:ph idx="2" type="body"/>
          </p:nvPr>
        </p:nvSpPr>
        <p:spPr>
          <a:xfrm>
            <a:off x="7299951" y="2536669"/>
            <a:ext cx="35670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g284d08330cf_0_140"/>
          <p:cNvSpPr/>
          <p:nvPr>
            <p:ph idx="3" type="pic"/>
          </p:nvPr>
        </p:nvSpPr>
        <p:spPr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g284d08330cf_0_140"/>
          <p:cNvSpPr/>
          <p:nvPr>
            <p:ph idx="4" type="pic"/>
          </p:nvPr>
        </p:nvSpPr>
        <p:spPr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иконки">
  <p:cSld name="3 карточки иконки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4"/>
          <p:cNvSpPr/>
          <p:nvPr/>
        </p:nvSpPr>
        <p:spPr>
          <a:xfrm>
            <a:off x="587375" y="2318038"/>
            <a:ext cx="3482700" cy="3847500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4"/>
          <p:cNvSpPr/>
          <p:nvPr/>
        </p:nvSpPr>
        <p:spPr>
          <a:xfrm>
            <a:off x="4359276" y="2318038"/>
            <a:ext cx="3482700" cy="3847500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4"/>
          <p:cNvSpPr/>
          <p:nvPr/>
        </p:nvSpPr>
        <p:spPr>
          <a:xfrm>
            <a:off x="8131176" y="2318038"/>
            <a:ext cx="3482700" cy="3847500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4"/>
          <p:cNvSpPr/>
          <p:nvPr>
            <p:ph idx="2" type="pic"/>
          </p:nvPr>
        </p:nvSpPr>
        <p:spPr>
          <a:xfrm>
            <a:off x="879482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74"/>
          <p:cNvSpPr/>
          <p:nvPr>
            <p:ph idx="3" type="pic"/>
          </p:nvPr>
        </p:nvSpPr>
        <p:spPr>
          <a:xfrm>
            <a:off x="4649509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74"/>
          <p:cNvSpPr/>
          <p:nvPr>
            <p:ph idx="4" type="pic"/>
          </p:nvPr>
        </p:nvSpPr>
        <p:spPr>
          <a:xfrm>
            <a:off x="8419535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74"/>
          <p:cNvSpPr txBox="1"/>
          <p:nvPr>
            <p:ph idx="1" type="subTitle"/>
          </p:nvPr>
        </p:nvSpPr>
        <p:spPr>
          <a:xfrm>
            <a:off x="879482" y="4061618"/>
            <a:ext cx="2893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9" name="Google Shape;209;p74"/>
          <p:cNvSpPr txBox="1"/>
          <p:nvPr>
            <p:ph idx="5" type="body"/>
          </p:nvPr>
        </p:nvSpPr>
        <p:spPr>
          <a:xfrm>
            <a:off x="4649508" y="4059936"/>
            <a:ext cx="28680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74"/>
          <p:cNvSpPr txBox="1"/>
          <p:nvPr>
            <p:ph idx="6" type="body"/>
          </p:nvPr>
        </p:nvSpPr>
        <p:spPr>
          <a:xfrm>
            <a:off x="8419534" y="4059936"/>
            <a:ext cx="28680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74"/>
          <p:cNvSpPr txBox="1"/>
          <p:nvPr>
            <p:ph idx="7" type="body"/>
          </p:nvPr>
        </p:nvSpPr>
        <p:spPr>
          <a:xfrm>
            <a:off x="879482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12" name="Google Shape;212;p74"/>
          <p:cNvSpPr txBox="1"/>
          <p:nvPr>
            <p:ph idx="8" type="body"/>
          </p:nvPr>
        </p:nvSpPr>
        <p:spPr>
          <a:xfrm>
            <a:off x="4649509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13" name="Google Shape;213;p74"/>
          <p:cNvSpPr txBox="1"/>
          <p:nvPr>
            <p:ph idx="9" type="body"/>
          </p:nvPr>
        </p:nvSpPr>
        <p:spPr>
          <a:xfrm>
            <a:off x="8419535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14" name="Google Shape;214;p74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иконки 1">
  <p:cSld name="4 карточки с иконками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84d08330cf_0_162"/>
          <p:cNvSpPr/>
          <p:nvPr/>
        </p:nvSpPr>
        <p:spPr>
          <a:xfrm>
            <a:off x="587375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284d08330cf_0_162"/>
          <p:cNvSpPr/>
          <p:nvPr/>
        </p:nvSpPr>
        <p:spPr>
          <a:xfrm>
            <a:off x="587375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284d08330cf_0_162"/>
          <p:cNvSpPr/>
          <p:nvPr/>
        </p:nvSpPr>
        <p:spPr>
          <a:xfrm>
            <a:off x="6235467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284d08330cf_0_162"/>
          <p:cNvSpPr/>
          <p:nvPr/>
        </p:nvSpPr>
        <p:spPr>
          <a:xfrm>
            <a:off x="6235467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84d08330cf_0_16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21" name="Google Shape;221;g284d08330cf_0_162"/>
          <p:cNvSpPr txBox="1"/>
          <p:nvPr>
            <p:ph idx="1" type="subTitle"/>
          </p:nvPr>
        </p:nvSpPr>
        <p:spPr>
          <a:xfrm>
            <a:off x="1753849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2" name="Google Shape;222;g284d08330cf_0_162"/>
          <p:cNvSpPr txBox="1"/>
          <p:nvPr>
            <p:ph idx="2" type="body"/>
          </p:nvPr>
        </p:nvSpPr>
        <p:spPr>
          <a:xfrm>
            <a:off x="7397645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3" name="Google Shape;223;g284d08330cf_0_162"/>
          <p:cNvSpPr txBox="1"/>
          <p:nvPr>
            <p:ph idx="3" type="body"/>
          </p:nvPr>
        </p:nvSpPr>
        <p:spPr>
          <a:xfrm>
            <a:off x="7397645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4" name="Google Shape;224;g284d08330cf_0_162"/>
          <p:cNvSpPr txBox="1"/>
          <p:nvPr>
            <p:ph idx="4" type="body"/>
          </p:nvPr>
        </p:nvSpPr>
        <p:spPr>
          <a:xfrm>
            <a:off x="1753849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5" name="Google Shape;225;g284d08330cf_0_162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g284d08330cf_0_162"/>
          <p:cNvSpPr/>
          <p:nvPr>
            <p:ph idx="6" type="pic"/>
          </p:nvPr>
        </p:nvSpPr>
        <p:spPr>
          <a:xfrm>
            <a:off x="879482" y="458254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g284d08330cf_0_162"/>
          <p:cNvSpPr/>
          <p:nvPr>
            <p:ph idx="7" type="pic"/>
          </p:nvPr>
        </p:nvSpPr>
        <p:spPr>
          <a:xfrm>
            <a:off x="6523279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g284d08330cf_0_162"/>
          <p:cNvSpPr/>
          <p:nvPr>
            <p:ph idx="8" type="pic"/>
          </p:nvPr>
        </p:nvSpPr>
        <p:spPr>
          <a:xfrm>
            <a:off x="6523279" y="4590035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карточек">
  <p:cSld name="5 карточек с иконками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5"/>
          <p:cNvSpPr/>
          <p:nvPr/>
        </p:nvSpPr>
        <p:spPr>
          <a:xfrm>
            <a:off x="587375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5"/>
          <p:cNvSpPr/>
          <p:nvPr/>
        </p:nvSpPr>
        <p:spPr>
          <a:xfrm>
            <a:off x="8115814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5"/>
          <p:cNvSpPr/>
          <p:nvPr/>
        </p:nvSpPr>
        <p:spPr>
          <a:xfrm>
            <a:off x="8115814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5"/>
          <p:cNvSpPr/>
          <p:nvPr/>
        </p:nvSpPr>
        <p:spPr>
          <a:xfrm>
            <a:off x="587375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5"/>
          <p:cNvSpPr/>
          <p:nvPr/>
        </p:nvSpPr>
        <p:spPr>
          <a:xfrm>
            <a:off x="4352181" y="2314322"/>
            <a:ext cx="3489512" cy="3851528"/>
          </a:xfrm>
          <a:prstGeom prst="roundRect">
            <a:avLst>
              <a:gd fmla="val 436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5"/>
          <p:cNvSpPr txBox="1"/>
          <p:nvPr>
            <p:ph type="title"/>
          </p:nvPr>
        </p:nvSpPr>
        <p:spPr>
          <a:xfrm>
            <a:off x="587375" y="584200"/>
            <a:ext cx="110172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36" name="Google Shape;236;p75"/>
          <p:cNvSpPr txBox="1"/>
          <p:nvPr>
            <p:ph idx="1" type="body"/>
          </p:nvPr>
        </p:nvSpPr>
        <p:spPr>
          <a:xfrm>
            <a:off x="879481" y="5310750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75"/>
          <p:cNvSpPr txBox="1"/>
          <p:nvPr>
            <p:ph idx="2" type="body"/>
          </p:nvPr>
        </p:nvSpPr>
        <p:spPr>
          <a:xfrm>
            <a:off x="8329593" y="5310750"/>
            <a:ext cx="28440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75"/>
          <p:cNvSpPr txBox="1"/>
          <p:nvPr>
            <p:ph idx="3" type="body"/>
          </p:nvPr>
        </p:nvSpPr>
        <p:spPr>
          <a:xfrm>
            <a:off x="4612033" y="3270225"/>
            <a:ext cx="2844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75"/>
          <p:cNvSpPr txBox="1"/>
          <p:nvPr>
            <p:ph idx="4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75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75"/>
          <p:cNvSpPr/>
          <p:nvPr>
            <p:ph idx="6" type="pic"/>
          </p:nvPr>
        </p:nvSpPr>
        <p:spPr>
          <a:xfrm>
            <a:off x="879482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75"/>
          <p:cNvSpPr/>
          <p:nvPr>
            <p:ph idx="7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75"/>
          <p:cNvSpPr/>
          <p:nvPr>
            <p:ph idx="8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75"/>
          <p:cNvSpPr/>
          <p:nvPr>
            <p:ph idx="9" type="pic"/>
          </p:nvPr>
        </p:nvSpPr>
        <p:spPr>
          <a:xfrm>
            <a:off x="8329594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75"/>
          <p:cNvSpPr txBox="1"/>
          <p:nvPr>
            <p:ph idx="13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карточек 1">
  <p:cSld name="6 карточек с иконками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4d08330cf_0_50"/>
          <p:cNvSpPr/>
          <p:nvPr/>
        </p:nvSpPr>
        <p:spPr>
          <a:xfrm>
            <a:off x="587375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84d08330cf_0_50"/>
          <p:cNvSpPr/>
          <p:nvPr/>
        </p:nvSpPr>
        <p:spPr>
          <a:xfrm>
            <a:off x="4352181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84d08330cf_0_50"/>
          <p:cNvSpPr/>
          <p:nvPr/>
        </p:nvSpPr>
        <p:spPr>
          <a:xfrm>
            <a:off x="8115814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84d08330cf_0_50"/>
          <p:cNvSpPr/>
          <p:nvPr/>
        </p:nvSpPr>
        <p:spPr>
          <a:xfrm>
            <a:off x="8115814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84d08330cf_0_50"/>
          <p:cNvSpPr/>
          <p:nvPr/>
        </p:nvSpPr>
        <p:spPr>
          <a:xfrm>
            <a:off x="587375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84d08330cf_0_50"/>
          <p:cNvSpPr/>
          <p:nvPr/>
        </p:nvSpPr>
        <p:spPr>
          <a:xfrm>
            <a:off x="4352181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284d08330cf_0_50"/>
          <p:cNvSpPr/>
          <p:nvPr>
            <p:ph idx="2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g284d08330cf_0_50"/>
          <p:cNvSpPr/>
          <p:nvPr>
            <p:ph idx="3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g284d08330cf_0_50"/>
          <p:cNvSpPr/>
          <p:nvPr>
            <p:ph idx="4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g284d08330cf_0_50"/>
          <p:cNvSpPr txBox="1"/>
          <p:nvPr>
            <p:ph idx="1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g284d08330cf_0_50"/>
          <p:cNvSpPr txBox="1"/>
          <p:nvPr>
            <p:ph idx="5" type="body"/>
          </p:nvPr>
        </p:nvSpPr>
        <p:spPr>
          <a:xfrm>
            <a:off x="4612031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g284d08330cf_0_50"/>
          <p:cNvSpPr/>
          <p:nvPr>
            <p:ph idx="6" type="pic"/>
          </p:nvPr>
        </p:nvSpPr>
        <p:spPr>
          <a:xfrm>
            <a:off x="879482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g284d08330cf_0_50"/>
          <p:cNvSpPr/>
          <p:nvPr>
            <p:ph idx="7" type="pic"/>
          </p:nvPr>
        </p:nvSpPr>
        <p:spPr>
          <a:xfrm>
            <a:off x="4612033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g284d08330cf_0_50"/>
          <p:cNvSpPr/>
          <p:nvPr>
            <p:ph idx="8" type="pic"/>
          </p:nvPr>
        </p:nvSpPr>
        <p:spPr>
          <a:xfrm>
            <a:off x="8329594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g284d08330cf_0_50"/>
          <p:cNvSpPr txBox="1"/>
          <p:nvPr>
            <p:ph idx="9" type="body"/>
          </p:nvPr>
        </p:nvSpPr>
        <p:spPr>
          <a:xfrm>
            <a:off x="8329592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g284d08330cf_0_50"/>
          <p:cNvSpPr txBox="1"/>
          <p:nvPr>
            <p:ph idx="13" type="body"/>
          </p:nvPr>
        </p:nvSpPr>
        <p:spPr>
          <a:xfrm>
            <a:off x="879480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g284d08330cf_0_50"/>
          <p:cNvSpPr txBox="1"/>
          <p:nvPr>
            <p:ph idx="14" type="body"/>
          </p:nvPr>
        </p:nvSpPr>
        <p:spPr>
          <a:xfrm>
            <a:off x="4612031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g284d08330cf_0_50"/>
          <p:cNvSpPr txBox="1"/>
          <p:nvPr>
            <p:ph idx="15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g284d08330cf_0_5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qr">
  <p:cSld name="Финальный слайд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870f9e6fac_0_71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sp>
        <p:nvSpPr>
          <p:cNvPr id="268" name="Google Shape;268;g2870f9e6fac_0_71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g2870f9e6fac_0_71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70" name="Google Shape;270;g2870f9e6fac_0_71"/>
          <p:cNvSpPr txBox="1"/>
          <p:nvPr>
            <p:ph idx="2" type="body"/>
          </p:nvPr>
        </p:nvSpPr>
        <p:spPr>
          <a:xfrm>
            <a:off x="8183217" y="5870781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g2870f9e6fac_0_71"/>
          <p:cNvSpPr/>
          <p:nvPr>
            <p:ph idx="3" type="pic"/>
          </p:nvPr>
        </p:nvSpPr>
        <p:spPr>
          <a:xfrm>
            <a:off x="8192551" y="781752"/>
            <a:ext cx="3209400" cy="320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2" name="Google Shape;272;g2870f9e6fac_0_71"/>
          <p:cNvSpPr txBox="1"/>
          <p:nvPr>
            <p:ph idx="4" type="body"/>
          </p:nvPr>
        </p:nvSpPr>
        <p:spPr>
          <a:xfrm>
            <a:off x="594748" y="4598572"/>
            <a:ext cx="6523627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3" name="Google Shape;273;g2870f9e6fac_0_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скриншот">
  <p:cSld name="Заголовок+скриншот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1"/>
          <p:cNvSpPr/>
          <p:nvPr>
            <p:ph idx="2" type="pic"/>
          </p:nvPr>
        </p:nvSpPr>
        <p:spPr>
          <a:xfrm>
            <a:off x="587375" y="2020957"/>
            <a:ext cx="11017251" cy="4144893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81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ноформатные скрины">
  <p:cSld name="Разноформатные скрины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4"/>
          <p:cNvSpPr/>
          <p:nvPr>
            <p:ph idx="2" type="pic"/>
          </p:nvPr>
        </p:nvSpPr>
        <p:spPr>
          <a:xfrm>
            <a:off x="7004304" y="584200"/>
            <a:ext cx="4600320" cy="5581650"/>
          </a:xfrm>
          <a:prstGeom prst="roundRect">
            <a:avLst>
              <a:gd fmla="val 3731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FDFFFD">
                <a:alpha val="20000"/>
              </a:srgbClr>
            </a:outerShdw>
          </a:effectLst>
        </p:spPr>
      </p:sp>
      <p:sp>
        <p:nvSpPr>
          <p:cNvPr id="279" name="Google Shape;279;p104"/>
          <p:cNvSpPr/>
          <p:nvPr>
            <p:ph idx="3" type="pic"/>
          </p:nvPr>
        </p:nvSpPr>
        <p:spPr>
          <a:xfrm>
            <a:off x="587374" y="584200"/>
            <a:ext cx="6069458" cy="3603752"/>
          </a:xfrm>
          <a:prstGeom prst="roundRect">
            <a:avLst>
              <a:gd fmla="val 5374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FDFFFD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тезиса на слайде">
  <p:cSld name="2 тезиса на слайде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idx="1" type="body"/>
          </p:nvPr>
        </p:nvSpPr>
        <p:spPr>
          <a:xfrm>
            <a:off x="587375" y="1115711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54"/>
          <p:cNvSpPr txBox="1"/>
          <p:nvPr>
            <p:ph idx="2" type="body"/>
          </p:nvPr>
        </p:nvSpPr>
        <p:spPr>
          <a:xfrm>
            <a:off x="4663429" y="3429000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 фото вертик">
  <p:cSld name="1_ фото вертик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8"/>
          <p:cNvSpPr txBox="1"/>
          <p:nvPr>
            <p:ph idx="1" type="body"/>
          </p:nvPr>
        </p:nvSpPr>
        <p:spPr>
          <a:xfrm>
            <a:off x="587376" y="2528888"/>
            <a:ext cx="7127874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p68"/>
          <p:cNvSpPr txBox="1"/>
          <p:nvPr>
            <p:ph type="title"/>
          </p:nvPr>
        </p:nvSpPr>
        <p:spPr>
          <a:xfrm>
            <a:off x="587376" y="584200"/>
            <a:ext cx="7127874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86" name="Google Shape;286;p68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 1">
  <p:cSld name="2 фото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4d08330cf_0_20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9" name="Google Shape;289;g284d08330cf_0_20"/>
          <p:cNvSpPr/>
          <p:nvPr>
            <p:ph idx="3" type="pic"/>
          </p:nvPr>
        </p:nvSpPr>
        <p:spPr>
          <a:xfrm>
            <a:off x="587375" y="587376"/>
            <a:ext cx="723884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в 3 колонки">
  <p:cSld name="Заголовок + текст в 3 колонки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92" name="Google Shape;292;p83"/>
          <p:cNvSpPr txBox="1"/>
          <p:nvPr>
            <p:ph idx="1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83"/>
          <p:cNvSpPr txBox="1"/>
          <p:nvPr>
            <p:ph idx="2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83"/>
          <p:cNvSpPr txBox="1"/>
          <p:nvPr>
            <p:ph idx="3" type="body"/>
          </p:nvPr>
        </p:nvSpPr>
        <p:spPr>
          <a:xfrm>
            <a:off x="58632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 1">
  <p:cSld name="5 фактов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a462c06d0_0_610"/>
          <p:cNvSpPr txBox="1"/>
          <p:nvPr>
            <p:ph idx="1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g35a462c06d0_0_610"/>
          <p:cNvSpPr txBox="1"/>
          <p:nvPr>
            <p:ph idx="2" type="body"/>
          </p:nvPr>
        </p:nvSpPr>
        <p:spPr>
          <a:xfrm>
            <a:off x="8148863" y="1382737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98" name="Google Shape;298;g35a462c06d0_0_610"/>
          <p:cNvSpPr txBox="1"/>
          <p:nvPr>
            <p:ph type="title"/>
          </p:nvPr>
        </p:nvSpPr>
        <p:spPr>
          <a:xfrm>
            <a:off x="587375" y="584200"/>
            <a:ext cx="11017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99" name="Google Shape;299;g35a462c06d0_0_610"/>
          <p:cNvSpPr txBox="1"/>
          <p:nvPr>
            <p:ph idx="3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g35a462c06d0_0_610"/>
          <p:cNvSpPr txBox="1"/>
          <p:nvPr>
            <p:ph idx="4" type="body"/>
          </p:nvPr>
        </p:nvSpPr>
        <p:spPr>
          <a:xfrm>
            <a:off x="586013" y="1382737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01" name="Google Shape;301;g35a462c06d0_0_610"/>
          <p:cNvSpPr txBox="1"/>
          <p:nvPr>
            <p:ph idx="5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g35a462c06d0_0_610"/>
          <p:cNvSpPr txBox="1"/>
          <p:nvPr>
            <p:ph idx="6" type="body"/>
          </p:nvPr>
        </p:nvSpPr>
        <p:spPr>
          <a:xfrm>
            <a:off x="586013" y="3809879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SemiBold"/>
              <a:buNone/>
              <a:defRPr sz="6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03" name="Google Shape;303;g35a462c06d0_0_610"/>
          <p:cNvSpPr txBox="1"/>
          <p:nvPr>
            <p:ph idx="7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g35a462c06d0_0_610"/>
          <p:cNvSpPr txBox="1"/>
          <p:nvPr>
            <p:ph idx="8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g35a462c06d0_0_610"/>
          <p:cNvSpPr txBox="1"/>
          <p:nvPr>
            <p:ph idx="9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g35a462c06d0_0_610"/>
          <p:cNvSpPr txBox="1"/>
          <p:nvPr>
            <p:ph idx="13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587375" y="584200"/>
            <a:ext cx="11017249" cy="110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b="1" i="0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587375" y="1825625"/>
            <a:ext cx="11017249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⏤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⏤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5873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8614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8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84">
          <p15:clr>
            <a:srgbClr val="F26B43"/>
          </p15:clr>
        </p15:guide>
      </p15:sldGuideLst>
    </p:ext>
  </p:extLst>
</p:sldMaster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5.png"/></Relationships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4" name="Google Shape;454;p6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Итоги Q1 2026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6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>
                <a:latin typeface="Montserrat"/>
              </a:rPr>
              <a:t>Квартальный отчёт по продажам · Контур</a:t>
            </a:r>
            <a:endParaRPr/>
          </a:p>
        </p:txBody>
      </p:sp>
      <p:sp>
        <p:nvSpPr>
          <p:cNvPr id="456" name="Google Shape;456;p6"/>
          <p:cNvSpPr txBox="1"/>
          <p:nvPr>
            <p:ph idx="2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>
                <a:latin typeface="Montserrat"/>
              </a:rPr>
              <a:t>Розница · Общепит · Кассы · ОФД · Маркет · прогноз 2026</a:t>
            </a:r>
            <a:endParaRPr/>
          </a:p>
        </p:txBody>
      </p:sp>
      <p:sp>
        <p:nvSpPr>
          <p:cNvPr id="457" name="Google Shape;457;p6"/>
          <p:cNvSpPr txBox="1"/>
          <p:nvPr>
            <p:ph idx="3" type="body"/>
          </p:nvPr>
        </p:nvSpPr>
        <p:spPr>
          <a:xfrm>
            <a:off x="8183217" y="5889341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kontur.ru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0" name="Google Shape;570;p24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Март — провал к плану</a:t>
            </a:r>
            <a:endParaRPr/>
          </a:p>
        </p:txBody>
      </p:sp>
      <p:sp>
        <p:nvSpPr>
          <p:cNvPr id="571" name="Google Shape;571;p24"/>
          <p:cNvSpPr txBox="1"/>
          <p:nvPr>
            <p:ph idx="2" type="body"/>
          </p:nvPr>
        </p:nvSpPr>
        <p:spPr>
          <a:xfrm>
            <a:off x="814886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85 %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24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Количество оплат · 101% плана</a:t>
            </a:r>
            <a:endParaRPr/>
          </a:p>
        </p:txBody>
      </p:sp>
      <p:sp>
        <p:nvSpPr>
          <p:cNvPr id="573" name="Google Shape;573;p24"/>
          <p:cNvSpPr txBox="1"/>
          <p:nvPr>
            <p:ph idx="4" type="body"/>
          </p:nvPr>
        </p:nvSpPr>
        <p:spPr>
          <a:xfrm>
            <a:off x="8148863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6 859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24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Выручка факт</a:t>
            </a:r>
            <a:endParaRPr/>
          </a:p>
        </p:txBody>
      </p:sp>
      <p:sp>
        <p:nvSpPr>
          <p:cNvPr id="575" name="Google Shape;575;p24"/>
          <p:cNvSpPr txBox="1"/>
          <p:nvPr>
            <p:ph idx="6" type="body"/>
          </p:nvPr>
        </p:nvSpPr>
        <p:spPr>
          <a:xfrm>
            <a:off x="58601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68,2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24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Средний чек</a:t>
            </a:r>
            <a:endParaRPr/>
          </a:p>
        </p:txBody>
      </p:sp>
      <p:sp>
        <p:nvSpPr>
          <p:cNvPr id="577" name="Google Shape;577;p24"/>
          <p:cNvSpPr txBox="1"/>
          <p:nvPr>
            <p:ph idx="8" type="body"/>
          </p:nvPr>
        </p:nvSpPr>
        <p:spPr>
          <a:xfrm>
            <a:off x="58601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9,9 тыс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24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Выполнение плана (74,6 млн)</a:t>
            </a:r>
            <a:endParaRPr/>
          </a:p>
        </p:txBody>
      </p:sp>
      <p:sp>
        <p:nvSpPr>
          <p:cNvPr id="579" name="Google Shape;579;p24"/>
          <p:cNvSpPr txBox="1"/>
          <p:nvPr>
            <p:ph idx="13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92 %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24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Недобор к плану</a:t>
            </a:r>
            <a:endParaRPr/>
          </a:p>
        </p:txBody>
      </p:sp>
      <p:sp>
        <p:nvSpPr>
          <p:cNvPr id="581" name="Google Shape;581;p24"/>
          <p:cNvSpPr txBox="1"/>
          <p:nvPr>
            <p:ph idx="15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−6,3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>
                <a:latin typeface="Montserrat"/>
              </a:rPr>
              <a:t>Ключевые метрики квартала Q1 2026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Бизнес-юнит: план и факт по месяцам,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40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03200"/>
                <a:gridCol w="2203200"/>
                <a:gridCol w="2203200"/>
                <a:gridCol w="2203200"/>
                <a:gridCol w="22032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Месяц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План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Факт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Выполнение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Оплат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Январь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22,33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21,12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2 123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Февраль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24,75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23,69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96%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2 510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Март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27,47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23,42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85%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2 226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Итого Q1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74,56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68,23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92%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6 859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1" name="Google Shape;891;g284d08330cf_0_2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284d08330cf_0_234"/>
          <p:cNvSpPr txBox="1"/>
          <p:nvPr>
            <p:ph type="title"/>
          </p:nvPr>
        </p:nvSpPr>
        <p:spPr>
          <a:xfrm>
            <a:off x="587375" y="584200"/>
            <a:ext cx="6118200" cy="5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ru-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Направления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g284d08330cf_0_2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05575" y="101600"/>
            <a:ext cx="4968085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Q1 2026 по направлениям · план 74,6 → факт 68,2 млн (92%)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40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54000"/>
                <a:gridCol w="2754000"/>
                <a:gridCol w="2754000"/>
                <a:gridCol w="2754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Направление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Факт Q1, млн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Доля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Ключевая динамика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Розница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~32,5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Оптим. Розница +9% QoQ; Премиум −42% YoY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Кассы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~22,2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33%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Перерег. ККТ +48% YoY; Терминал +29% QoQ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Общепит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~12,8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Оптим. Общепит +44% QoQ — растёт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 (срез)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+4,2% QoQ, но −4,9% YoY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Розница · ~32,5 млн ₽ (48% БЮ)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68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Розница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7,13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6,13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6,66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Все госсистемы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3,80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3,47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−9%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−13%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Розница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1,89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1,41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−25%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Премиум Розница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1,64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0,95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−16%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−42%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Маркировка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3,26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1,86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−43%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+34%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Общепит · ~12,8 млн ₽ (19% БЮ) · растёт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12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Общепит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0,89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КМ модификатор ЕГАИС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0,99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+10%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Общепит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0,49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Кассы · ~22,2 млн ₽ (33% БЮ) · самое здоровое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965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Терминал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2,63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2,14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2,75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Модификатор Маркировка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2,46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2,30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2,55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+11%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Лицензия Атол ИТС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Перерегистрация ККТ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+20%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+48%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Атол ИТС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1,24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−17%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Сканер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1,21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−15%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−5%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ОФД · 11,69 млн ₽ (+4,2% QoQ · −4,9% YoY) · 2 122 оплаты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40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ОФД-36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4,17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3,00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3,73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2,72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3,38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ОФД-24 и прочие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0,65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Топ тарифов Маркета: QoQ и YoY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280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Тариф (Контур.Маркет)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Розница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7,13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6,13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6,66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Все госсистемы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3,97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3,80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3,47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−9%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−13%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Настройка Контур.Маркет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1,45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2,93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+102%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+85%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Маркировка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3,26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1,86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−43%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+34%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Розница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1,89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1,41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−25%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Общепит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1,20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0,89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1,29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+44%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+8%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КМ модификатор ЕГАИС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1,17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0,99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1,09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+10%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Премиум Розница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1,64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1,13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0,95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−16%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−42%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Услуги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1,04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0,67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0,86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Топ тарифов ОФД: QoQ и YoY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 (Контур.ОФД)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ОФД-36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4,17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3,00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3,73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2,72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3,38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ОФД-24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0,46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Код активации ОФД-13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0,10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ОФД-18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0,07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Контур.ОФД-7 дней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0,02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Топ тарифов Касс: QoQ и YoY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000"/>
                <a:gridCol w="1836000"/>
                <a:gridCol w="1836000"/>
                <a:gridCol w="1836000"/>
                <a:gridCol w="1836000"/>
                <a:gridCol w="1836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 (Кассы)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Терминал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2,63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2,14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2,75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Модификатор Маркировка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2,46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2,30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2,55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+11%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Лицензия Атол ИТС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Перерегистрация ККТ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+20%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+48%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Атол ИТС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1,24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−17%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Сертификат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0,86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0,66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+88%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+43%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Сканер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1,21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−5%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g3519c67af3f_0_604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Факторы квартала: успехи и сложности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g3519c67af3f_0_604"/>
          <p:cNvSpPr txBox="1"/>
          <p:nvPr/>
        </p:nvSpPr>
        <p:spPr>
          <a:xfrm>
            <a:off x="587375" y="2528900"/>
            <a:ext cx="52137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300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ки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Длинный текст маркированного списка в две или даже в три 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g3519c67af3f_0_604"/>
          <p:cNvSpPr txBox="1"/>
          <p:nvPr/>
        </p:nvSpPr>
        <p:spPr>
          <a:xfrm>
            <a:off x="6657075" y="2528900"/>
            <a:ext cx="49479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300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Длинный текст маркированного списка в две или даже в три 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1" name="Google Shape;891;g284d08330cf_0_2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284d08330cf_0_234"/>
          <p:cNvSpPr txBox="1"/>
          <p:nvPr>
            <p:ph type="title"/>
          </p:nvPr>
        </p:nvSpPr>
        <p:spPr>
          <a:xfrm>
            <a:off x="587375" y="584200"/>
            <a:ext cx="6118200" cy="5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ru-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Прогноз 2026 · Маркет и ОФД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g284d08330cf_0_2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05575" y="101600"/>
            <a:ext cx="4968085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1" name="Google Shape;561;p15"/>
          <p:cNvSpPr txBox="1"/>
          <p:nvPr>
            <p:ph idx="1" type="subTitle"/>
          </p:nvPr>
        </p:nvSpPr>
        <p:spPr>
          <a:xfrm>
            <a:off x="587375" y="4332747"/>
            <a:ext cx="4679284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Годовой план (Продукт = Маркет). Факт за 5 мес — 44,5 млн (91% плана периода), −21% YoY.</a:t>
            </a:r>
            <a:endParaRPr/>
          </a:p>
        </p:txBody>
      </p:sp>
      <p:sp>
        <p:nvSpPr>
          <p:cNvPr id="562" name="Google Shape;562;p15"/>
          <p:cNvSpPr txBox="1"/>
          <p:nvPr>
            <p:ph idx="2" type="body"/>
          </p:nvPr>
        </p:nvSpPr>
        <p:spPr>
          <a:xfrm>
            <a:off x="587374" y="2882349"/>
            <a:ext cx="4679285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119,0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15"/>
          <p:cNvSpPr txBox="1"/>
          <p:nvPr>
            <p:ph idx="3" type="body"/>
          </p:nvPr>
        </p:nvSpPr>
        <p:spPr>
          <a:xfrm>
            <a:off x="6116209" y="2882349"/>
            <a:ext cx="4679284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91 %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15"/>
          <p:cNvSpPr txBox="1"/>
          <p:nvPr>
            <p:ph idx="4" type="body"/>
          </p:nvPr>
        </p:nvSpPr>
        <p:spPr>
          <a:xfrm>
            <a:off x="6116208" y="4332748"/>
            <a:ext cx="4679283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Прогноз года: 108,3 млн ₽ (база = темп YTD). Коридор 86–96%.</a:t>
            </a:r>
            <a:endParaRPr/>
          </a:p>
        </p:txBody>
      </p:sp>
      <p:sp>
        <p:nvSpPr>
          <p:cNvPr id="565" name="Google Shape;565;p15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Маркет — выполнение плана 2026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"/>
              </a:rPr>
              <a:t>Маркет — план / факт / прогноз 2026, млн 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86800" y="1944000"/>
          <a:ext cx="11016000" cy="41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1" name="Google Shape;561;p15"/>
          <p:cNvSpPr txBox="1"/>
          <p:nvPr>
            <p:ph idx="1" type="subTitle"/>
          </p:nvPr>
        </p:nvSpPr>
        <p:spPr>
          <a:xfrm>
            <a:off x="587375" y="4332747"/>
            <a:ext cx="4679284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Годовой план (проект п453). Факт за 5 мес — 18,9 млн (123% плана периода), −16% YoY.</a:t>
            </a:r>
            <a:endParaRPr/>
          </a:p>
        </p:txBody>
      </p:sp>
      <p:sp>
        <p:nvSpPr>
          <p:cNvPr id="562" name="Google Shape;562;p15"/>
          <p:cNvSpPr txBox="1"/>
          <p:nvPr>
            <p:ph idx="2" type="body"/>
          </p:nvPr>
        </p:nvSpPr>
        <p:spPr>
          <a:xfrm>
            <a:off x="587374" y="2882349"/>
            <a:ext cx="4679285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37,5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15"/>
          <p:cNvSpPr txBox="1"/>
          <p:nvPr>
            <p:ph idx="3" type="body"/>
          </p:nvPr>
        </p:nvSpPr>
        <p:spPr>
          <a:xfrm>
            <a:off x="6116209" y="2882349"/>
            <a:ext cx="4679284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115 %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15"/>
          <p:cNvSpPr txBox="1"/>
          <p:nvPr>
            <p:ph idx="4" type="body"/>
          </p:nvPr>
        </p:nvSpPr>
        <p:spPr>
          <a:xfrm>
            <a:off x="6116208" y="4332748"/>
            <a:ext cx="4679283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Прогноз года: 43,3 млн ₽ (база). Коридор 103–124%.</a:t>
            </a:r>
            <a:endParaRPr/>
          </a:p>
        </p:txBody>
      </p:sp>
      <p:sp>
        <p:nvSpPr>
          <p:cNvPr id="565" name="Google Shape;565;p15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ОФД — выполнение плана 2026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ontserrat"/>
              </a:rPr>
              <a:t>ОФД — план / факт / прогноз 2026, млн 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86800" y="1944000"/>
          <a:ext cx="11016000" cy="41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0" name="Google Shape;570;p24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ОФД — оплаты прогноз</a:t>
            </a:r>
            <a:endParaRPr/>
          </a:p>
        </p:txBody>
      </p:sp>
      <p:sp>
        <p:nvSpPr>
          <p:cNvPr id="571" name="Google Shape;571;p24"/>
          <p:cNvSpPr txBox="1"/>
          <p:nvPr>
            <p:ph idx="2" type="body"/>
          </p:nvPr>
        </p:nvSpPr>
        <p:spPr>
          <a:xfrm>
            <a:off x="814886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7,1 тыс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24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Маркет — оплаты прогноз</a:t>
            </a:r>
            <a:endParaRPr/>
          </a:p>
        </p:txBody>
      </p:sp>
      <p:sp>
        <p:nvSpPr>
          <p:cNvPr id="573" name="Google Shape;573;p24"/>
          <p:cNvSpPr txBox="1"/>
          <p:nvPr>
            <p:ph idx="4" type="body"/>
          </p:nvPr>
        </p:nvSpPr>
        <p:spPr>
          <a:xfrm>
            <a:off x="8148863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5,8 тыс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24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Маркет — лиды (нужно ~17,8 тыс)</a:t>
            </a:r>
            <a:endParaRPr/>
          </a:p>
        </p:txBody>
      </p:sp>
      <p:sp>
        <p:nvSpPr>
          <p:cNvPr id="575" name="Google Shape;575;p24"/>
          <p:cNvSpPr txBox="1"/>
          <p:nvPr>
            <p:ph idx="6" type="body"/>
          </p:nvPr>
        </p:nvSpPr>
        <p:spPr>
          <a:xfrm>
            <a:off x="58601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16,1 тыс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24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ОФД — лиды (минимум ~15,0 тыс)</a:t>
            </a:r>
            <a:endParaRPr/>
          </a:p>
        </p:txBody>
      </p:sp>
      <p:sp>
        <p:nvSpPr>
          <p:cNvPr id="577" name="Google Shape;577;p24"/>
          <p:cNvSpPr txBox="1"/>
          <p:nvPr>
            <p:ph idx="8" type="body"/>
          </p:nvPr>
        </p:nvSpPr>
        <p:spPr>
          <a:xfrm>
            <a:off x="58601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15,4 тыс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24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Маркет — CR2 лид→оплата</a:t>
            </a:r>
            <a:endParaRPr/>
          </a:p>
        </p:txBody>
      </p:sp>
      <p:sp>
        <p:nvSpPr>
          <p:cNvPr id="579" name="Google Shape;579;p24"/>
          <p:cNvSpPr txBox="1"/>
          <p:nvPr>
            <p:ph idx="13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36 %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24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ОФД — CR2 лид→оплата</a:t>
            </a:r>
            <a:endParaRPr/>
          </a:p>
        </p:txBody>
      </p:sp>
      <p:sp>
        <p:nvSpPr>
          <p:cNvPr id="581" name="Google Shape;581;p24"/>
          <p:cNvSpPr txBox="1"/>
          <p:nvPr>
            <p:ph idx="15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46 %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>
                <a:latin typeface="Montserrat"/>
              </a:rPr>
              <a:t>Прогноз по лидам 2026 (мой расчёт)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1" name="Google Shape;891;g284d08330cf_0_2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284d08330cf_0_234"/>
          <p:cNvSpPr txBox="1"/>
          <p:nvPr>
            <p:ph type="title"/>
          </p:nvPr>
        </p:nvSpPr>
        <p:spPr>
          <a:xfrm>
            <a:off x="587375" y="584200"/>
            <a:ext cx="6118200" cy="5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ru-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Контекстная реклама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g284d08330cf_0_2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05575" y="101600"/>
            <a:ext cx="4968085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Контекст: Маркет vs ОФД (янв 2025 – май 2026)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252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54000"/>
                <a:gridCol w="2754000"/>
                <a:gridCol w="2754000"/>
                <a:gridCol w="2754000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Показатель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Маркет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ОФД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Разница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Расход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14,7 млн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7,1 млн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Маркет ×2,1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Оплаты привлечено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315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397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+26%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CPO — стоимость оплаты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46,8 тыс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17,9 тыс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×2,6 дешевле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CPL — средний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10,0 тыс ₽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4,5 тыс ₽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×2,2 дешевле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Выручка по целевым лидам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3,9 млн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2,8 млн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ДРР (расход / выручка)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≈ 3,8×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≈ 2,5×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эффективнее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Контекст: привлечение по продуктам (оплаты по месяцам)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54000"/>
                <a:gridCol w="2754000"/>
                <a:gridCol w="2754000"/>
                <a:gridCol w="27540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Месяц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ОФД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Маркет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Бандл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М1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54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52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М2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М3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80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М4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52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М5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Итого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266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315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270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1" name="Google Shape;891;g284d08330cf_0_2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284d08330cf_0_234"/>
          <p:cNvSpPr txBox="1"/>
          <p:nvPr>
            <p:ph type="title"/>
          </p:nvPr>
        </p:nvSpPr>
        <p:spPr>
          <a:xfrm>
            <a:off x="587375" y="584200"/>
            <a:ext cx="6118200" cy="5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ru-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Маркетинг: каналы и планы 2026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g284d08330cf_0_2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05575" y="101600"/>
            <a:ext cx="4968085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9" name="Google Shape;949;p4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Контекст: годовая динамика 2023–2026 (РК Маркет + бандл)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0" name="Table 949"/>
          <p:cNvGraphicFramePr>
            <a:graphicFrameLocks noGrp="1"/>
          </p:cNvGraphicFramePr>
          <p:nvPr/>
        </p:nvGraphicFramePr>
        <p:xfrm>
          <a:off x="586800" y="1872000"/>
          <a:ext cx="11016000" cy="1965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03200"/>
                <a:gridCol w="2203200"/>
                <a:gridCol w="2203200"/>
                <a:gridCol w="2203200"/>
                <a:gridCol w="22032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Показатель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2023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2024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2025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2026 план</a:t>
                      </a:r>
                    </a:p>
                  </a:txBody>
                  <a:tcPr anchor="ctr" marL="72000" marR="72000" marT="14400" marB="144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Расход, млн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32,6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32,6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24,7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17,0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Лиды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3 986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3 572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3 205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2 900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Оплаты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536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527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538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500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CR в оплату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13,4%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14,8%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16,8%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17,2%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Выручка, млн ₽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18,0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18,8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19,7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19,0</a:t>
                      </a:r>
                    </a:p>
                  </a:txBody>
                  <a:tcPr anchor="ctr" marL="72000" marR="72000" marT="14400" marB="144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Выручка − расход, млн ₽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−14,5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−13,7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−5,0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+2,0</a:t>
                      </a:r>
                    </a:p>
                  </a:txBody>
                  <a:tcPr anchor="ctr" marL="72000" marR="72000" marT="14400" marB="144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2" name="Google Shape;572;p24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SEO 2025 (при норме +20%)</a:t>
            </a:r>
            <a:endParaRPr/>
          </a:p>
        </p:txBody>
      </p:sp>
      <p:sp>
        <p:nvSpPr>
          <p:cNvPr id="573" name="Google Shape;573;p24"/>
          <p:cNvSpPr txBox="1"/>
          <p:nvPr>
            <p:ph idx="4" type="body"/>
          </p:nvPr>
        </p:nvSpPr>
        <p:spPr>
          <a:xfrm>
            <a:off x="8148863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+3 %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24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Брендформанс — факт окт–дек 2025</a:t>
            </a:r>
            <a:endParaRPr/>
          </a:p>
        </p:txBody>
      </p:sp>
      <p:sp>
        <p:nvSpPr>
          <p:cNvPr id="575" name="Google Shape;575;p24"/>
          <p:cNvSpPr txBox="1"/>
          <p:nvPr>
            <p:ph idx="6" type="body"/>
          </p:nvPr>
        </p:nvSpPr>
        <p:spPr>
          <a:xfrm>
            <a:off x="58601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&gt;2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24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SEO — план 2026</a:t>
            </a:r>
            <a:endParaRPr/>
          </a:p>
        </p:txBody>
      </p:sp>
      <p:sp>
        <p:nvSpPr>
          <p:cNvPr id="577" name="Google Shape;577;p24"/>
          <p:cNvSpPr txBox="1"/>
          <p:nvPr>
            <p:ph idx="8" type="body"/>
          </p:nvPr>
        </p:nvSpPr>
        <p:spPr>
          <a:xfrm>
            <a:off x="58601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~+10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24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Брендформанс — план 2026 (6,5 — Маркет)</a:t>
            </a:r>
            <a:endParaRPr/>
          </a:p>
        </p:txBody>
      </p:sp>
      <p:sp>
        <p:nvSpPr>
          <p:cNvPr id="579" name="Google Shape;579;p24"/>
          <p:cNvSpPr txBox="1"/>
          <p:nvPr>
            <p:ph idx="13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~11 млн ₽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>
                <a:latin typeface="Montserrat"/>
              </a:rPr>
              <a:t>Брендформанс и SEO — планы 2026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2" name="Google Shape;572;p24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ROMI реалистично</a:t>
            </a:r>
            <a:endParaRPr/>
          </a:p>
        </p:txBody>
      </p:sp>
      <p:sp>
        <p:nvSpPr>
          <p:cNvPr id="573" name="Google Shape;573;p24"/>
          <p:cNvSpPr txBox="1"/>
          <p:nvPr>
            <p:ph idx="4" type="body"/>
          </p:nvPr>
        </p:nvSpPr>
        <p:spPr>
          <a:xfrm>
            <a:off x="8148863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≈ −50 %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24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выручки при отключении всей рекламы (~12 млн ₽)</a:t>
            </a:r>
            <a:endParaRPr/>
          </a:p>
        </p:txBody>
      </p:sp>
      <p:sp>
        <p:nvSpPr>
          <p:cNvPr id="575" name="Google Shape;575;p24"/>
          <p:cNvSpPr txBox="1"/>
          <p:nvPr>
            <p:ph idx="6" type="body"/>
          </p:nvPr>
        </p:nvSpPr>
        <p:spPr>
          <a:xfrm>
            <a:off x="58601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−12 %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24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ROMI в мае (оптимизация + продажи)</a:t>
            </a:r>
            <a:endParaRPr/>
          </a:p>
        </p:txBody>
      </p:sp>
      <p:sp>
        <p:nvSpPr>
          <p:cNvPr id="577" name="Google Shape;577;p24"/>
          <p:cNvSpPr txBox="1"/>
          <p:nvPr>
            <p:ph idx="8" type="body"/>
          </p:nvPr>
        </p:nvSpPr>
        <p:spPr>
          <a:xfrm>
            <a:off x="586013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+15 %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24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9525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>
                <a:latin typeface="Montserrat"/>
              </a:rPr>
              <a:t>выручки ОФД даёт реклама на Бандле</a:t>
            </a:r>
            <a:endParaRPr/>
          </a:p>
        </p:txBody>
      </p:sp>
      <p:sp>
        <p:nvSpPr>
          <p:cNvPr id="579" name="Google Shape;579;p24"/>
          <p:cNvSpPr txBox="1"/>
          <p:nvPr>
            <p:ph idx="13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32 %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r>
              <a:rPr>
                <a:latin typeface="Montserrat"/>
              </a:rPr>
              <a:t>Аудит платной рекламы (М. Петрова)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g3519c67af3f_0_604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>
                <a:latin typeface="Montserrat"/>
                <a:ea typeface="Montserrat"/>
                <a:cs typeface="Montserrat"/>
                <a:sym typeface="Montserrat"/>
              </a:rPr>
              <a:t>Итоги Q1 2026: ключевые выводы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g3519c67af3f_0_604"/>
          <p:cNvSpPr txBox="1"/>
          <p:nvPr/>
        </p:nvSpPr>
        <p:spPr>
          <a:xfrm>
            <a:off x="587375" y="2528900"/>
            <a:ext cx="52137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300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ки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Длинный текст маркированного списка в две или даже в три 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g3519c67af3f_0_604"/>
          <p:cNvSpPr txBox="1"/>
          <p:nvPr/>
        </p:nvSpPr>
        <p:spPr>
          <a:xfrm>
            <a:off x="6657075" y="2528900"/>
            <a:ext cx="49479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3000" lvl="0" marL="4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Текст маркированного списка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две 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3000" lvl="0" marL="4860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─"/>
            </a:pP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Длинный текст маркированного списка в две или даже в три </a:t>
            </a:r>
            <a:b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строки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9" name="Google Shape;869;p29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0" name="Google Shape;87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2621" y="781822"/>
            <a:ext cx="3209260" cy="320926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9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Имя Фамилия</a:t>
            </a:r>
            <a:endParaRPr/>
          </a:p>
        </p:txBody>
      </p:sp>
      <p:sp>
        <p:nvSpPr>
          <p:cNvPr id="872" name="Google Shape;872;p29"/>
          <p:cNvSpPr txBox="1"/>
          <p:nvPr>
            <p:ph idx="4294967295" type="body"/>
          </p:nvPr>
        </p:nvSpPr>
        <p:spPr>
          <a:xfrm>
            <a:off x="587375" y="4551879"/>
            <a:ext cx="6531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2000"/>
              <a:t>должность</a:t>
            </a:r>
            <a:endParaRPr sz="2000"/>
          </a:p>
        </p:txBody>
      </p:sp>
      <p:sp>
        <p:nvSpPr>
          <p:cNvPr id="873" name="Google Shape;873;p29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ru-RU" sz="5000">
                <a:latin typeface="Montserrat"/>
                <a:ea typeface="Montserrat"/>
                <a:cs typeface="Montserrat"/>
                <a:sym typeface="Montserrat"/>
              </a:rPr>
              <a:t>Благодарю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b="1" lang="ru-RU" sz="5000"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</a:p>
        </p:txBody>
      </p:sp>
      <p:sp>
        <p:nvSpPr>
          <p:cNvPr id="874" name="Google Shape;874;p29"/>
          <p:cNvSpPr txBox="1"/>
          <p:nvPr/>
        </p:nvSpPr>
        <p:spPr>
          <a:xfrm>
            <a:off x="8183217" y="5935162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kontur.ru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8847975" y="2154275"/>
            <a:ext cx="2062200" cy="426300"/>
          </a:xfrm>
          <a:prstGeom prst="roundRect">
            <a:avLst>
              <a:gd fmla="val 27576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Место под qr-код</a:t>
            </a:r>
            <a:endParaRPr b="0"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876" name="Google Shape;876;p29"/>
          <p:cNvSpPr txBox="1"/>
          <p:nvPr/>
        </p:nvSpPr>
        <p:spPr>
          <a:xfrm>
            <a:off x="7997325" y="4763013"/>
            <a:ext cx="3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cap="none" strike="noStrike">
                <a:solidFill>
                  <a:srgbClr val="0671F6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Сервис для сокращения ссылок</a:t>
            </a:r>
            <a:endParaRPr b="0" i="0" cap="none" strike="noStrike">
              <a:solidFill>
                <a:srgbClr val="2191F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ahyp="http://schemas.microsoft.com/office/drawing/2018/hyperlinkcolor">
        <p:nvSpPr>
          <p:cNvPr id="877" name="Google Shape;877;p29"/>
          <p:cNvSpPr txBox="1"/>
          <p:nvPr/>
        </p:nvSpPr>
        <p:spPr>
          <a:xfrm>
            <a:off x="7997251" y="4436957"/>
            <a:ext cx="36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>
                <a:solidFill>
                  <a:srgbClr val="0671F6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Как сделать QR-код</a:t>
            </a:r>
            <a:endParaRPr b="0" i="0" cap="none" strike="noStrike">
              <a:solidFill>
                <a:srgbClr val="2191F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heme Montserrat">
  <a:themeElements>
    <a:clrScheme name="Пользовательские 14">
      <a:dk1>
        <a:srgbClr val="000000"/>
      </a:dk1>
      <a:lt1>
        <a:srgbClr val="FEFFFE"/>
      </a:lt1>
      <a:dk2>
        <a:srgbClr val="F1F1F1"/>
      </a:dk2>
      <a:lt2>
        <a:srgbClr val="000000"/>
      </a:lt2>
      <a:accent1>
        <a:srgbClr val="2291FF"/>
      </a:accent1>
      <a:accent2>
        <a:srgbClr val="153177"/>
      </a:accent2>
      <a:accent3>
        <a:srgbClr val="FC7630"/>
      </a:accent3>
      <a:accent4>
        <a:srgbClr val="661429"/>
      </a:accent4>
      <a:accent5>
        <a:srgbClr val="26AD50"/>
      </a:accent5>
      <a:accent6>
        <a:srgbClr val="144942"/>
      </a:accent6>
      <a:hlink>
        <a:srgbClr val="0671F6"/>
      </a:hlink>
      <a:folHlink>
        <a:srgbClr val="0570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2021-03-05T04:34:43Z</dcterms:created>
  <dc:creator>Ольга Преображенская</dc:creator>
</cp:coreProperties>
</file>